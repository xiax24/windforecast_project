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880" r:id="rId2"/>
  </p:sldMasterIdLst>
  <p:notesMasterIdLst>
    <p:notesMasterId r:id="rId10"/>
  </p:notesMasterIdLst>
  <p:sldIdLst>
    <p:sldId id="256" r:id="rId3"/>
    <p:sldId id="1143" r:id="rId4"/>
    <p:sldId id="1144" r:id="rId5"/>
    <p:sldId id="1145" r:id="rId6"/>
    <p:sldId id="1146" r:id="rId7"/>
    <p:sldId id="1147" r:id="rId8"/>
    <p:sldId id="289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alatino Linotype"/>
        <a:ea typeface="Palatino Linotype"/>
        <a:cs typeface="Palatino Linotype"/>
        <a:sym typeface="Palatino Linotype"/>
      </a:defRPr>
    </a:lvl9pPr>
  </p:defaultTextStyle>
  <p:extLst>
    <p:ext uri="{521415D9-36F7-43E2-AB2F-B90AF26B5E84}">
      <p14:sectionLst xmlns:p14="http://schemas.microsoft.com/office/powerpoint/2010/main">
        <p14:section name="默认节" id="{F3FA0A19-B8F5-43E9-B1C3-7E6BABC9C0A6}">
          <p14:sldIdLst>
            <p14:sldId id="256"/>
            <p14:sldId id="1143"/>
            <p14:sldId id="1144"/>
            <p14:sldId id="1145"/>
            <p14:sldId id="1146"/>
            <p14:sldId id="1147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ng Zhang" initials="SZ" lastIdx="1" clrIdx="0">
    <p:extLst>
      <p:ext uri="{19B8F6BF-5375-455C-9EA6-DF929625EA0E}">
        <p15:presenceInfo xmlns:p15="http://schemas.microsoft.com/office/powerpoint/2012/main" userId="389380de8e7dd86f" providerId="Windows Live"/>
      </p:ext>
    </p:extLst>
  </p:cmAuthor>
  <p:cmAuthor id="2" name="win" initials="w" lastIdx="1" clrIdx="1">
    <p:extLst>
      <p:ext uri="{19B8F6BF-5375-455C-9EA6-DF929625EA0E}">
        <p15:presenceInfo xmlns:p15="http://schemas.microsoft.com/office/powerpoint/2012/main" userId="w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00FF"/>
    <a:srgbClr val="CCE8CF"/>
    <a:srgbClr val="EBD6E0"/>
    <a:srgbClr val="8F83DC"/>
    <a:srgbClr val="9D6975"/>
    <a:srgbClr val="A4A2F4"/>
    <a:srgbClr val="FFFD78"/>
    <a:srgbClr val="FFFC00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381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381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381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381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381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381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CCE8CF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CE8CF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38100" cap="flat">
              <a:solidFill>
                <a:srgbClr val="CCE8CF"/>
              </a:solidFill>
              <a:prstDash val="solid"/>
              <a:round/>
            </a:ln>
          </a:top>
          <a:bottom>
            <a:ln w="127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CCE8CF"/>
      </a:tcTxStyle>
      <a:tcStyle>
        <a:tcBdr>
          <a:left>
            <a:ln w="12700" cap="flat">
              <a:solidFill>
                <a:srgbClr val="CCE8CF"/>
              </a:solidFill>
              <a:prstDash val="solid"/>
              <a:round/>
            </a:ln>
          </a:left>
          <a:right>
            <a:ln w="12700" cap="flat">
              <a:solidFill>
                <a:srgbClr val="CCE8CF"/>
              </a:solidFill>
              <a:prstDash val="solid"/>
              <a:round/>
            </a:ln>
          </a:right>
          <a:top>
            <a:ln w="12700" cap="flat">
              <a:solidFill>
                <a:srgbClr val="CCE8CF"/>
              </a:solidFill>
              <a:prstDash val="solid"/>
              <a:round/>
            </a:ln>
          </a:top>
          <a:bottom>
            <a:ln w="38100" cap="flat">
              <a:solidFill>
                <a:srgbClr val="CCE8CF"/>
              </a:solidFill>
              <a:prstDash val="solid"/>
              <a:round/>
            </a:ln>
          </a:bottom>
          <a:insideH>
            <a:ln w="12700" cap="flat">
              <a:solidFill>
                <a:srgbClr val="CCE8CF"/>
              </a:solidFill>
              <a:prstDash val="solid"/>
              <a:round/>
            </a:ln>
          </a:insideH>
          <a:insideV>
            <a:ln w="12700" cap="flat">
              <a:solidFill>
                <a:srgbClr val="CCE8C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alatino Linotype"/>
          <a:ea typeface="Palatino Linotype"/>
          <a:cs typeface="Palatino Linotyp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 autoAdjust="0"/>
    <p:restoredTop sz="85943" autoAdjust="0"/>
  </p:normalViewPr>
  <p:slideViewPr>
    <p:cSldViewPr snapToGrid="0">
      <p:cViewPr varScale="1">
        <p:scale>
          <a:sx n="72" d="100"/>
          <a:sy n="72" d="100"/>
        </p:scale>
        <p:origin x="1192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6" d="100"/>
        <a:sy n="5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hape 74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8" name="Shape 7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9459877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696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BA90-849C-1C45-444B-C1A92EE5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2034A3-6C57-EC04-2478-EDC3480D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1D0C1-0A2D-2D04-56F5-E35085980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3603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BA90-849C-1C45-444B-C1A92EE5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2034A3-6C57-EC04-2478-EDC3480D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1D0C1-0A2D-2D04-56F5-E35085980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0849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BA90-849C-1C45-444B-C1A92EE5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2034A3-6C57-EC04-2478-EDC3480D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1D0C1-0A2D-2D04-56F5-E35085980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8793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BA90-849C-1C45-444B-C1A92EE5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2034A3-6C57-EC04-2478-EDC3480D1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1D0C1-0A2D-2D04-56F5-E35085980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2571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1176-BBEE-C176-E017-C36EA46F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9A48EB-2405-3C02-C3EF-F1DBFD888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431DA2-20FD-14BA-17AF-9418DA587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7790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077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914400" y="1122363"/>
            <a:ext cx="10363200" cy="2387601"/>
          </a:xfrm>
          <a:prstGeom prst="rect">
            <a:avLst/>
          </a:prstGeom>
        </p:spPr>
        <p:txBody>
          <a:bodyPr anchor="b"/>
          <a:lstStyle>
            <a:lvl1pPr algn="ctr">
              <a:defRPr sz="4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8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</a:lvl1pPr>
            <a:lvl2pPr marL="0" indent="457200" algn="ctr">
              <a:buSzTx/>
              <a:buFontTx/>
              <a:buNone/>
            </a:lvl2pPr>
            <a:lvl3pPr marL="0" indent="914400" algn="ctr">
              <a:buSzTx/>
              <a:buFontTx/>
              <a:buNone/>
            </a:lvl3pPr>
            <a:lvl4pPr marL="0" indent="1371600" algn="ctr">
              <a:buSzTx/>
              <a:buFontTx/>
              <a:buNone/>
            </a:lvl4pPr>
            <a:lvl5pPr marL="0" indent="1828800" algn="ctr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0" y="285406"/>
            <a:ext cx="10515600" cy="57609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lvl1pPr>
          </a:lstStyle>
          <a:p>
            <a: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40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4"/>
            <a:ext cx="51577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4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/>
            </a:lvl1pPr>
          </a:lstStyle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8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/>
          <a:lstStyle>
            <a:lvl1pPr>
              <a:defRPr sz="3200" b="0"/>
            </a:lvl1pPr>
            <a:lvl2pPr marL="718457" indent="-261257">
              <a:defRPr sz="3200" b="0"/>
            </a:lvl2pPr>
            <a:lvl3pPr marL="1219200" indent="-304800">
              <a:defRPr sz="3200" b="0"/>
            </a:lvl3pPr>
            <a:lvl4pPr marL="1737360" indent="-365760">
              <a:defRPr sz="3200" b="0"/>
            </a:lvl4pPr>
            <a:lvl5pPr marL="2194560" indent="-365760">
              <a:defRPr sz="32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</a:lstStyle>
          <a:p>
            <a:pPr marL="0" indent="0">
              <a:buSzTx/>
              <a:buFontTx/>
              <a:buNone/>
              <a:defRPr sz="1600" b="0"/>
            </a:pPr>
            <a:endParaRPr/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9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  <a:lvl2pPr marL="0" indent="457200">
              <a:buSzTx/>
              <a:buFontTx/>
              <a:buNone/>
              <a:defRPr sz="1600" b="0"/>
            </a:lvl2pPr>
            <a:lvl3pPr marL="0" indent="914400">
              <a:buSzTx/>
              <a:buFontTx/>
              <a:buNone/>
              <a:defRPr sz="1600" b="0"/>
            </a:lvl3pPr>
            <a:lvl4pPr marL="0" indent="1371600">
              <a:buSzTx/>
              <a:buFontTx/>
              <a:buNone/>
              <a:defRPr sz="1600" b="0"/>
            </a:lvl4pPr>
            <a:lvl5pPr marL="0" indent="1828800">
              <a:buSzTx/>
              <a:buFontTx/>
              <a:buNone/>
              <a:defRPr sz="16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标题文本"/>
          <p:cNvSpPr txBox="1"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标题文本</a:t>
            </a:r>
          </a:p>
        </p:txBody>
      </p:sp>
      <p:sp>
        <p:nvSpPr>
          <p:cNvPr id="112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2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315"/>
            <a:ext cx="12192000" cy="141128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3326"/>
            <a:ext cx="12192000" cy="1633539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Rectangle 21"/>
          <p:cNvSpPr/>
          <p:nvPr/>
        </p:nvSpPr>
        <p:spPr>
          <a:xfrm>
            <a:off x="914400" y="3657600"/>
            <a:ext cx="10363200" cy="762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973A95">
                  <a:alpha val="50000"/>
                </a:srgbClr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132" name="Rectangle 5"/>
          <p:cNvSpPr/>
          <p:nvPr/>
        </p:nvSpPr>
        <p:spPr>
          <a:xfrm>
            <a:off x="0" y="1752600"/>
            <a:ext cx="12192000" cy="3505200"/>
          </a:xfrm>
          <a:prstGeom prst="rect">
            <a:avLst/>
          </a:prstGeom>
          <a:blipFill>
            <a:blip r:embed="rId4"/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133" name="标题文本"/>
          <p:cNvSpPr txBox="1">
            <a:spLocks noGrp="1"/>
          </p:cNvSpPr>
          <p:nvPr>
            <p:ph type="title"/>
          </p:nvPr>
        </p:nvSpPr>
        <p:spPr>
          <a:xfrm>
            <a:off x="914400" y="1981204"/>
            <a:ext cx="10363200" cy="1470026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600" b="1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13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35400"/>
            <a:ext cx="8534400" cy="13462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909615" indent="-285743" algn="ctr">
              <a:lnSpc>
                <a:spcPct val="100000"/>
              </a:lnSpc>
              <a:spcBef>
                <a:spcPts val="400"/>
              </a:spcBef>
              <a:buFontTx/>
              <a:buChar char="■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469988" indent="-380989" algn="ctr">
              <a:lnSpc>
                <a:spcPct val="100000"/>
              </a:lnSpc>
              <a:spcBef>
                <a:spcPts val="400"/>
              </a:spcBef>
              <a:buFontTx/>
              <a:buChar char="◆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1897015" indent="-285742" algn="ctr">
              <a:lnSpc>
                <a:spcPct val="100000"/>
              </a:lnSpc>
              <a:spcBef>
                <a:spcPts val="400"/>
              </a:spcBef>
              <a:buFontTx/>
              <a:buChar char="●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2368491" indent="-349241" algn="ctr">
              <a:lnSpc>
                <a:spcPct val="100000"/>
              </a:lnSpc>
              <a:spcBef>
                <a:spcPts val="400"/>
              </a:spcBef>
              <a:buFontTx/>
              <a:buChar char="■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468939" y="6217852"/>
            <a:ext cx="26866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143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44" name="正文级别 1…"/>
          <p:cNvSpPr txBox="1">
            <a:spLocks noGrp="1"/>
          </p:cNvSpPr>
          <p:nvPr>
            <p:ph type="body" idx="1"/>
          </p:nvPr>
        </p:nvSpPr>
        <p:spPr>
          <a:xfrm>
            <a:off x="711200" y="1268417"/>
            <a:ext cx="10668000" cy="4751389"/>
          </a:xfrm>
          <a:prstGeom prst="rect">
            <a:avLst/>
          </a:prstGeom>
        </p:spPr>
        <p:txBody>
          <a:bodyPr/>
          <a:lstStyle>
            <a:lvl1pPr marL="444489" indent="-444489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966764" indent="-342892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1546187" indent="-457187">
              <a:lnSpc>
                <a:spcPct val="100000"/>
              </a:lnSpc>
              <a:spcBef>
                <a:spcPts val="500"/>
              </a:spcBef>
              <a:buFontTx/>
              <a:buChar char="◆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1954164" indent="-342891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2438339" indent="-419089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153" name="标题文本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4000" b="1" cap="all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5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0" indent="457189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0" indent="914377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0" indent="1371565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0" indent="1828754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163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64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11200" y="1268417"/>
            <a:ext cx="5232400" cy="4751389"/>
          </a:xfrm>
          <a:prstGeom prst="rect">
            <a:avLst/>
          </a:prstGeom>
        </p:spPr>
        <p:txBody>
          <a:bodyPr/>
          <a:lstStyle>
            <a:lvl1pPr marL="444489" indent="-444489">
              <a:lnSpc>
                <a:spcPct val="100000"/>
              </a:lnSpc>
              <a:spcBef>
                <a:spcPts val="600"/>
              </a:spcBef>
              <a:buFontTx/>
              <a:buChar char="●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957240" indent="-333368">
              <a:lnSpc>
                <a:spcPct val="100000"/>
              </a:lnSpc>
              <a:spcBef>
                <a:spcPts val="600"/>
              </a:spcBef>
              <a:buFontTx/>
              <a:buChar char="■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1569046" indent="-480047">
              <a:lnSpc>
                <a:spcPct val="100000"/>
              </a:lnSpc>
              <a:spcBef>
                <a:spcPts val="600"/>
              </a:spcBef>
              <a:buFontTx/>
              <a:buChar char="◆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1966863" indent="-355590">
              <a:lnSpc>
                <a:spcPct val="100000"/>
              </a:lnSpc>
              <a:spcBef>
                <a:spcPts val="600"/>
              </a:spcBef>
              <a:buFontTx/>
              <a:buChar char="●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2453861" indent="-434611">
              <a:lnSpc>
                <a:spcPct val="100000"/>
              </a:lnSpc>
              <a:spcBef>
                <a:spcPts val="600"/>
              </a:spcBef>
              <a:buFontTx/>
              <a:buChar char="■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173" name="标题文本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7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0" indent="457189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0" indent="914377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0" indent="1371565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0" indent="1828754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193368" y="1535112"/>
            <a:ext cx="5389035" cy="63976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</a:lstStyle>
          <a:p>
            <a: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17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184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8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201" name="标题文本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7" cy="11620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 b="1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202" name="正文级别 1…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4"/>
          </a:xfrm>
          <a:prstGeom prst="rect">
            <a:avLst/>
          </a:prstGeom>
        </p:spPr>
        <p:txBody>
          <a:bodyPr/>
          <a:lstStyle>
            <a:lvl1pPr marL="444489" indent="-444489">
              <a:lnSpc>
                <a:spcPct val="100000"/>
              </a:lnSpc>
              <a:spcBef>
                <a:spcPts val="700"/>
              </a:spcBef>
              <a:buFontTx/>
              <a:buChar char="●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950436" indent="-326564">
              <a:lnSpc>
                <a:spcPct val="100000"/>
              </a:lnSpc>
              <a:spcBef>
                <a:spcPts val="700"/>
              </a:spcBef>
              <a:buFontTx/>
              <a:buChar char="■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1546187" indent="-457187">
              <a:lnSpc>
                <a:spcPct val="100000"/>
              </a:lnSpc>
              <a:spcBef>
                <a:spcPts val="700"/>
              </a:spcBef>
              <a:buFontTx/>
              <a:buChar char="◆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1977023" indent="-365750">
              <a:lnSpc>
                <a:spcPct val="100000"/>
              </a:lnSpc>
              <a:spcBef>
                <a:spcPts val="700"/>
              </a:spcBef>
              <a:buFontTx/>
              <a:buChar char="●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2466278" indent="-447028">
              <a:lnSpc>
                <a:spcPct val="100000"/>
              </a:lnSpc>
              <a:spcBef>
                <a:spcPts val="700"/>
              </a:spcBef>
              <a:buFontTx/>
              <a:buChar char="■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03" name="文本占位符 3"/>
          <p:cNvSpPr>
            <a:spLocks noGrp="1"/>
          </p:cNvSpPr>
          <p:nvPr>
            <p:ph type="body" sz="half" idx="13"/>
          </p:nvPr>
        </p:nvSpPr>
        <p:spPr>
          <a:xfrm>
            <a:off x="609602" y="1435103"/>
            <a:ext cx="4011087" cy="4691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0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212" name="标题文本"/>
          <p:cNvSpPr txBox="1">
            <a:spLocks noGrp="1"/>
          </p:cNvSpPr>
          <p:nvPr>
            <p:ph type="title"/>
          </p:nvPr>
        </p:nvSpPr>
        <p:spPr>
          <a:xfrm>
            <a:off x="2389718" y="4800600"/>
            <a:ext cx="7315201" cy="56673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 b="1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213" name="图片占位符 2"/>
          <p:cNvSpPr>
            <a:spLocks noGrp="1"/>
          </p:cNvSpPr>
          <p:nvPr>
            <p:ph type="pic" sz="half" idx="13"/>
          </p:nvPr>
        </p:nvSpPr>
        <p:spPr>
          <a:xfrm>
            <a:off x="2389718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1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38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0" indent="457189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0" indent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0" indent="1371565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0" indent="1828754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1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223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224" name="正文级别 1…"/>
          <p:cNvSpPr txBox="1">
            <a:spLocks noGrp="1"/>
          </p:cNvSpPr>
          <p:nvPr>
            <p:ph type="body" idx="1"/>
          </p:nvPr>
        </p:nvSpPr>
        <p:spPr>
          <a:xfrm>
            <a:off x="711200" y="1268417"/>
            <a:ext cx="10668000" cy="4751389"/>
          </a:xfrm>
          <a:prstGeom prst="rect">
            <a:avLst/>
          </a:prstGeom>
        </p:spPr>
        <p:txBody>
          <a:bodyPr vert="eaVert"/>
          <a:lstStyle>
            <a:lvl1pPr marL="444489" indent="-444489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966764" indent="-342892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1546187" indent="-457187">
              <a:lnSpc>
                <a:spcPct val="100000"/>
              </a:lnSpc>
              <a:spcBef>
                <a:spcPts val="500"/>
              </a:spcBef>
              <a:buFontTx/>
              <a:buChar char="◆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1954164" indent="-342891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2438339" indent="-419089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/>
            </a:pPr>
            <a:endParaRPr sz="1800"/>
          </a:p>
        </p:txBody>
      </p:sp>
      <p:sp>
        <p:nvSpPr>
          <p:cNvPr id="233" name="标题文本"/>
          <p:cNvSpPr txBox="1">
            <a:spLocks noGrp="1"/>
          </p:cNvSpPr>
          <p:nvPr>
            <p:ph type="title"/>
          </p:nvPr>
        </p:nvSpPr>
        <p:spPr>
          <a:xfrm>
            <a:off x="8591552" y="115887"/>
            <a:ext cx="2787651" cy="5903914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234" name="正文级别 1…"/>
          <p:cNvSpPr txBox="1">
            <a:spLocks noGrp="1"/>
          </p:cNvSpPr>
          <p:nvPr>
            <p:ph type="body" idx="1"/>
          </p:nvPr>
        </p:nvSpPr>
        <p:spPr>
          <a:xfrm>
            <a:off x="228601" y="115887"/>
            <a:ext cx="8159752" cy="5903914"/>
          </a:xfrm>
          <a:prstGeom prst="rect">
            <a:avLst/>
          </a:prstGeom>
        </p:spPr>
        <p:txBody>
          <a:bodyPr vert="eaVert"/>
          <a:lstStyle>
            <a:lvl1pPr marL="444489" indent="-444489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1pPr>
            <a:lvl2pPr marL="966764" indent="-342892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2pPr>
            <a:lvl3pPr marL="1546187" indent="-457187">
              <a:lnSpc>
                <a:spcPct val="100000"/>
              </a:lnSpc>
              <a:spcBef>
                <a:spcPts val="500"/>
              </a:spcBef>
              <a:buFontTx/>
              <a:buChar char="◆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3pPr>
            <a:lvl4pPr marL="1954164" indent="-342891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4pPr>
            <a:lvl5pPr marL="2438339" indent="-419089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4775200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l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5910267"/>
            <a:ext cx="4191000" cy="9477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0404"/>
            <a:ext cx="12192000" cy="157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3" y="5"/>
            <a:ext cx="6762751" cy="677863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标题文本"/>
          <p:cNvSpPr txBox="1">
            <a:spLocks noGrp="1"/>
          </p:cNvSpPr>
          <p:nvPr>
            <p:ph type="title"/>
          </p:nvPr>
        </p:nvSpPr>
        <p:spPr>
          <a:xfrm>
            <a:off x="1117600" y="1752600"/>
            <a:ext cx="10363200" cy="1143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24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468939" y="6217852"/>
            <a:ext cx="26866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313"/>
            <a:ext cx="12192000" cy="14112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Picture 16" descr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13326"/>
            <a:ext cx="12192000" cy="1633539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Rectangle 21"/>
          <p:cNvSpPr/>
          <p:nvPr/>
        </p:nvSpPr>
        <p:spPr>
          <a:xfrm>
            <a:off x="914400" y="3657600"/>
            <a:ext cx="10363200" cy="762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973A95">
                  <a:alpha val="50000"/>
                </a:srgbClr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sp>
        <p:nvSpPr>
          <p:cNvPr id="256" name="Rectangle 5"/>
          <p:cNvSpPr/>
          <p:nvPr/>
        </p:nvSpPr>
        <p:spPr>
          <a:xfrm>
            <a:off x="0" y="1752600"/>
            <a:ext cx="12192000" cy="3505200"/>
          </a:xfrm>
          <a:prstGeom prst="rect">
            <a:avLst/>
          </a:prstGeom>
          <a:blipFill>
            <a:blip r:embed="rId4"/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sp>
        <p:nvSpPr>
          <p:cNvPr id="257" name="标题文本"/>
          <p:cNvSpPr txBox="1">
            <a:spLocks noGrp="1"/>
          </p:cNvSpPr>
          <p:nvPr>
            <p:ph type="title"/>
          </p:nvPr>
        </p:nvSpPr>
        <p:spPr>
          <a:xfrm>
            <a:off x="914400" y="1981201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60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r>
              <a:t>标题文本</a:t>
            </a:r>
          </a:p>
        </p:txBody>
      </p:sp>
      <p:sp>
        <p:nvSpPr>
          <p:cNvPr id="25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35400"/>
            <a:ext cx="8534400" cy="13462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1pPr>
            <a:lvl2pPr marL="909637" indent="-285750" algn="ctr">
              <a:lnSpc>
                <a:spcPct val="100000"/>
              </a:lnSpc>
              <a:spcBef>
                <a:spcPts val="400"/>
              </a:spcBef>
              <a:buFontTx/>
              <a:buChar char="■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2pPr>
            <a:lvl3pPr marL="1470025" indent="-381000" algn="ctr">
              <a:lnSpc>
                <a:spcPct val="100000"/>
              </a:lnSpc>
              <a:spcBef>
                <a:spcPts val="400"/>
              </a:spcBef>
              <a:buFontTx/>
              <a:buChar char="◆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3pPr>
            <a:lvl4pPr marL="1897063" indent="-285750" algn="ctr">
              <a:lnSpc>
                <a:spcPct val="100000"/>
              </a:lnSpc>
              <a:spcBef>
                <a:spcPts val="400"/>
              </a:spcBef>
              <a:buFontTx/>
              <a:buChar char="●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4pPr>
            <a:lvl5pPr marL="2368550" indent="-349250" algn="ctr">
              <a:lnSpc>
                <a:spcPct val="100000"/>
              </a:lnSpc>
              <a:spcBef>
                <a:spcPts val="400"/>
              </a:spcBef>
              <a:buFontTx/>
              <a:buChar char="■"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Tahoma"/>
                <a:ea typeface="Tahoma"/>
                <a:cs typeface="Tahoma"/>
                <a:sym typeface="Tahoma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5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468939" y="6217852"/>
            <a:ext cx="26866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267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标题文本</a:t>
            </a:r>
          </a:p>
        </p:txBody>
      </p:sp>
      <p:sp>
        <p:nvSpPr>
          <p:cNvPr id="269" name="正文级别 1…"/>
          <p:cNvSpPr txBox="1">
            <a:spLocks noGrp="1"/>
          </p:cNvSpPr>
          <p:nvPr>
            <p:ph type="body" idx="1"/>
          </p:nvPr>
        </p:nvSpPr>
        <p:spPr>
          <a:xfrm>
            <a:off x="711200" y="1268413"/>
            <a:ext cx="10668000" cy="4751389"/>
          </a:xfrm>
          <a:prstGeom prst="rect">
            <a:avLst/>
          </a:prstGeom>
        </p:spPr>
        <p:txBody>
          <a:bodyPr/>
          <a:lstStyle>
            <a:lvl1pPr marL="444500" indent="-444500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966787" indent="-342900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1546225" indent="-457200">
              <a:lnSpc>
                <a:spcPct val="100000"/>
              </a:lnSpc>
              <a:spcBef>
                <a:spcPts val="500"/>
              </a:spcBef>
              <a:buFontTx/>
              <a:buChar char="◆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1954213" indent="-342900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2438400" indent="-419100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7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278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标题文本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5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4000" cap="all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r>
              <a:t>标题文本</a:t>
            </a:r>
          </a:p>
        </p:txBody>
      </p:sp>
      <p:sp>
        <p:nvSpPr>
          <p:cNvPr id="28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0" indent="457200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0" indent="914400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0" indent="1371600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0" indent="1828800">
              <a:lnSpc>
                <a:spcPct val="100000"/>
              </a:lnSpc>
              <a:spcBef>
                <a:spcPts val="400"/>
              </a:spcBef>
              <a:buSzTx/>
              <a:buFontTx/>
              <a:buNone/>
              <a:defRPr sz="20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8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289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标题文本</a:t>
            </a:r>
          </a:p>
        </p:txBody>
      </p:sp>
      <p:sp>
        <p:nvSpPr>
          <p:cNvPr id="29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11200" y="1268413"/>
            <a:ext cx="5232400" cy="4751389"/>
          </a:xfrm>
          <a:prstGeom prst="rect">
            <a:avLst/>
          </a:prstGeom>
        </p:spPr>
        <p:txBody>
          <a:bodyPr/>
          <a:lstStyle>
            <a:lvl1pPr marL="444500" indent="-444500">
              <a:lnSpc>
                <a:spcPct val="100000"/>
              </a:lnSpc>
              <a:spcBef>
                <a:spcPts val="600"/>
              </a:spcBef>
              <a:buFontTx/>
              <a:buChar char="●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957262" indent="-333375">
              <a:lnSpc>
                <a:spcPct val="100000"/>
              </a:lnSpc>
              <a:spcBef>
                <a:spcPts val="600"/>
              </a:spcBef>
              <a:buFontTx/>
              <a:buChar char="■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1569085" indent="-480060">
              <a:lnSpc>
                <a:spcPct val="100000"/>
              </a:lnSpc>
              <a:spcBef>
                <a:spcPts val="600"/>
              </a:spcBef>
              <a:buFontTx/>
              <a:buChar char="◆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1966913" indent="-355600">
              <a:lnSpc>
                <a:spcPct val="100000"/>
              </a:lnSpc>
              <a:spcBef>
                <a:spcPts val="600"/>
              </a:spcBef>
              <a:buFontTx/>
              <a:buChar char="●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2453922" indent="-434622">
              <a:lnSpc>
                <a:spcPct val="100000"/>
              </a:lnSpc>
              <a:spcBef>
                <a:spcPts val="600"/>
              </a:spcBef>
              <a:buFontTx/>
              <a:buChar char="■"/>
              <a:defRPr sz="28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9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00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标题文本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标题文本</a:t>
            </a:r>
          </a:p>
        </p:txBody>
      </p:sp>
      <p:sp>
        <p:nvSpPr>
          <p:cNvPr id="30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0" indent="45720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0" indent="91440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0" indent="137160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0" indent="182880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03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193368" y="1535112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cs typeface="Arial"/>
                <a:sym typeface="Arial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500"/>
              </a:spcBef>
              <a:buSzTx/>
              <a:buFontTx/>
              <a:buNone/>
              <a:defRPr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0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12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标题文本</a:t>
            </a:r>
          </a:p>
        </p:txBody>
      </p:sp>
      <p:sp>
        <p:nvSpPr>
          <p:cNvPr id="3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22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31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标题文本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r>
              <a:t>标题文本</a:t>
            </a:r>
          </a:p>
        </p:txBody>
      </p:sp>
      <p:sp>
        <p:nvSpPr>
          <p:cNvPr id="333" name="正文级别 1…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 marL="444500" indent="-444500">
              <a:lnSpc>
                <a:spcPct val="100000"/>
              </a:lnSpc>
              <a:spcBef>
                <a:spcPts val="700"/>
              </a:spcBef>
              <a:buFontTx/>
              <a:buChar char="●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950459" indent="-326571">
              <a:lnSpc>
                <a:spcPct val="100000"/>
              </a:lnSpc>
              <a:spcBef>
                <a:spcPts val="700"/>
              </a:spcBef>
              <a:buFontTx/>
              <a:buChar char="■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1546225" indent="-457200">
              <a:lnSpc>
                <a:spcPct val="100000"/>
              </a:lnSpc>
              <a:spcBef>
                <a:spcPts val="700"/>
              </a:spcBef>
              <a:buFontTx/>
              <a:buChar char="◆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1977073" indent="-365760">
              <a:lnSpc>
                <a:spcPct val="100000"/>
              </a:lnSpc>
              <a:spcBef>
                <a:spcPts val="700"/>
              </a:spcBef>
              <a:buFontTx/>
              <a:buChar char="●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2466339" indent="-447039">
              <a:lnSpc>
                <a:spcPct val="100000"/>
              </a:lnSpc>
              <a:spcBef>
                <a:spcPts val="700"/>
              </a:spcBef>
              <a:buFontTx/>
              <a:buChar char="■"/>
              <a:defRPr sz="32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34" name="文本占位符 3"/>
          <p:cNvSpPr>
            <a:spLocks noGrp="1"/>
          </p:cNvSpPr>
          <p:nvPr>
            <p:ph type="body" sz="half" idx="13"/>
          </p:nvPr>
        </p:nvSpPr>
        <p:spPr>
          <a:xfrm>
            <a:off x="609599" y="1435101"/>
            <a:ext cx="4011087" cy="4691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cs typeface="Arial"/>
                <a:sym typeface="Arial"/>
              </a:defRPr>
            </a:lvl1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43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44" name="标题文本"/>
          <p:cNvSpPr txBox="1">
            <a:spLocks noGrp="1"/>
          </p:cNvSpPr>
          <p:nvPr>
            <p:ph type="title"/>
          </p:nvPr>
        </p:nvSpPr>
        <p:spPr>
          <a:xfrm>
            <a:off x="2389718" y="4800600"/>
            <a:ext cx="7315201" cy="56673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2000">
                <a:solidFill>
                  <a:srgbClr val="FFFFFF"/>
                </a:solidFill>
                <a:latin typeface="Tahoma Bold"/>
                <a:ea typeface="Tahoma Bold"/>
                <a:cs typeface="Tahoma Bold"/>
                <a:sym typeface="Tahoma Bold"/>
              </a:defRPr>
            </a:lvl1pPr>
          </a:lstStyle>
          <a:p>
            <a:r>
              <a:t>标题文本</a:t>
            </a:r>
          </a:p>
        </p:txBody>
      </p:sp>
      <p:sp>
        <p:nvSpPr>
          <p:cNvPr id="345" name="图片占位符 2"/>
          <p:cNvSpPr>
            <a:spLocks noGrp="1"/>
          </p:cNvSpPr>
          <p:nvPr>
            <p:ph type="pic" sz="half" idx="13"/>
          </p:nvPr>
        </p:nvSpPr>
        <p:spPr>
          <a:xfrm>
            <a:off x="2389718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4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38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0" indent="45720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0" indent="91440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0" indent="137160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0" indent="1828800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400"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55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标题文本</a:t>
            </a:r>
          </a:p>
        </p:txBody>
      </p:sp>
      <p:sp>
        <p:nvSpPr>
          <p:cNvPr id="357" name="正文级别 1…"/>
          <p:cNvSpPr txBox="1">
            <a:spLocks noGrp="1"/>
          </p:cNvSpPr>
          <p:nvPr>
            <p:ph type="body" idx="1"/>
          </p:nvPr>
        </p:nvSpPr>
        <p:spPr>
          <a:xfrm>
            <a:off x="711200" y="1268413"/>
            <a:ext cx="10668000" cy="4751389"/>
          </a:xfrm>
          <a:prstGeom prst="rect">
            <a:avLst/>
          </a:prstGeom>
        </p:spPr>
        <p:txBody>
          <a:bodyPr vert="eaVert"/>
          <a:lstStyle>
            <a:lvl1pPr marL="444500" indent="-444500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966787" indent="-342900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1546225" indent="-457200">
              <a:lnSpc>
                <a:spcPct val="100000"/>
              </a:lnSpc>
              <a:spcBef>
                <a:spcPts val="500"/>
              </a:spcBef>
              <a:buFontTx/>
              <a:buChar char="◆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1954213" indent="-342900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2438400" indent="-419100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5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66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标题文本"/>
          <p:cNvSpPr txBox="1">
            <a:spLocks noGrp="1"/>
          </p:cNvSpPr>
          <p:nvPr>
            <p:ph type="title"/>
          </p:nvPr>
        </p:nvSpPr>
        <p:spPr>
          <a:xfrm>
            <a:off x="8591549" y="115887"/>
            <a:ext cx="2787651" cy="5903914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标题文本</a:t>
            </a:r>
          </a:p>
        </p:txBody>
      </p:sp>
      <p:sp>
        <p:nvSpPr>
          <p:cNvPr id="368" name="正文级别 1…"/>
          <p:cNvSpPr txBox="1">
            <a:spLocks noGrp="1"/>
          </p:cNvSpPr>
          <p:nvPr>
            <p:ph type="body" idx="1"/>
          </p:nvPr>
        </p:nvSpPr>
        <p:spPr>
          <a:xfrm>
            <a:off x="228601" y="115887"/>
            <a:ext cx="8159751" cy="5903914"/>
          </a:xfrm>
          <a:prstGeom prst="rect">
            <a:avLst/>
          </a:prstGeom>
        </p:spPr>
        <p:txBody>
          <a:bodyPr vert="eaVert"/>
          <a:lstStyle>
            <a:lvl1pPr marL="444500" indent="-444500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  <a:lvl2pPr marL="966787" indent="-342900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2pPr>
            <a:lvl3pPr marL="1546225" indent="-457200">
              <a:lnSpc>
                <a:spcPct val="100000"/>
              </a:lnSpc>
              <a:spcBef>
                <a:spcPts val="500"/>
              </a:spcBef>
              <a:buFontTx/>
              <a:buChar char="◆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3pPr>
            <a:lvl4pPr marL="1954213" indent="-342900">
              <a:lnSpc>
                <a:spcPct val="100000"/>
              </a:lnSpc>
              <a:spcBef>
                <a:spcPts val="500"/>
              </a:spcBef>
              <a:buFontTx/>
              <a:buChar char="●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4pPr>
            <a:lvl5pPr marL="2438400" indent="-419100">
              <a:lnSpc>
                <a:spcPct val="100000"/>
              </a:lnSpc>
              <a:spcBef>
                <a:spcPts val="500"/>
              </a:spcBef>
              <a:buFontTx/>
              <a:buChar char="■"/>
              <a:defRPr b="0">
                <a:effectLst>
                  <a:outerShdw blurRad="38100" dist="38100" dir="2700000" rotWithShape="0">
                    <a:schemeClr val="accent3">
                      <a:lumOff val="10616"/>
                    </a:schemeClr>
                  </a:outerShdw>
                </a:effectLst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6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表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7"/>
          <p:cNvSpPr/>
          <p:nvPr/>
        </p:nvSpPr>
        <p:spPr>
          <a:xfrm>
            <a:off x="0" y="-9525"/>
            <a:ext cx="12192000" cy="990600"/>
          </a:xfrm>
          <a:prstGeom prst="rect">
            <a:avLst/>
          </a:prstGeom>
          <a:solidFill>
            <a:srgbClr val="973A9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1">
                <a:latin typeface="Arial"/>
                <a:ea typeface="Arial"/>
                <a:cs typeface="Arial"/>
                <a:sym typeface="Arial"/>
              </a:defRPr>
            </a:pPr>
            <a:endParaRPr sz="1800"/>
          </a:p>
        </p:txBody>
      </p:sp>
      <p:pic>
        <p:nvPicPr>
          <p:cNvPr id="377" name="Picture 17" descr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01" y="5991226"/>
            <a:ext cx="3543300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标题文本"/>
          <p:cNvSpPr txBox="1">
            <a:spLocks noGrp="1"/>
          </p:cNvSpPr>
          <p:nvPr>
            <p:ph type="title"/>
          </p:nvPr>
        </p:nvSpPr>
        <p:spPr>
          <a:xfrm>
            <a:off x="228600" y="115888"/>
            <a:ext cx="8001000" cy="685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标题文本</a:t>
            </a:r>
          </a:p>
        </p:txBody>
      </p:sp>
      <p:sp>
        <p:nvSpPr>
          <p:cNvPr id="37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1633" y="6324600"/>
            <a:ext cx="307133" cy="307777"/>
          </a:xfrm>
          <a:prstGeom prst="rect">
            <a:avLst/>
          </a:prstGeom>
        </p:spPr>
        <p:txBody>
          <a:bodyPr anchor="t"/>
          <a:lstStyle>
            <a:lvl1pPr algn="ctr">
              <a:defRPr sz="1400">
                <a:solidFill>
                  <a:srgbClr val="000000"/>
                </a:solidFill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标题文本"/>
          <p:cNvSpPr txBox="1">
            <a:spLocks noGrp="1"/>
          </p:cNvSpPr>
          <p:nvPr>
            <p:ph type="title"/>
          </p:nvPr>
        </p:nvSpPr>
        <p:spPr>
          <a:xfrm>
            <a:off x="914400" y="1122363"/>
            <a:ext cx="10363200" cy="2387601"/>
          </a:xfrm>
          <a:prstGeom prst="rect">
            <a:avLst/>
          </a:prstGeom>
        </p:spPr>
        <p:txBody>
          <a:bodyPr anchor="b"/>
          <a:lstStyle>
            <a:lvl1pPr algn="ctr">
              <a:defRPr sz="4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38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8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</a:lvl1pPr>
            <a:lvl2pPr marL="0" indent="457200" algn="ctr">
              <a:buSzTx/>
              <a:buFontTx/>
              <a:buNone/>
            </a:lvl2pPr>
            <a:lvl3pPr marL="0" indent="914400" algn="ctr">
              <a:buSzTx/>
              <a:buFontTx/>
              <a:buNone/>
            </a:lvl3pPr>
            <a:lvl4pPr marL="0" indent="1371600" algn="ctr">
              <a:buSzTx/>
              <a:buFontTx/>
              <a:buNone/>
            </a:lvl4pPr>
            <a:lvl5pPr marL="0" indent="1828800" algn="ctr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8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9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0" y="285406"/>
            <a:ext cx="10515600" cy="57609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lvl1pPr>
          </a:lstStyle>
          <a:p>
            <a: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0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40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41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2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2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标题文本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3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4"/>
            <a:ext cx="51577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3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4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/>
            </a:lvl1pPr>
          </a:lstStyle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43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45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/>
          <a:lstStyle>
            <a:lvl1pPr>
              <a:defRPr sz="3200" b="0"/>
            </a:lvl1pPr>
            <a:lvl2pPr marL="718457" indent="-261257">
              <a:defRPr sz="3200" b="0"/>
            </a:lvl2pPr>
            <a:lvl3pPr marL="1219200" indent="-304800">
              <a:defRPr sz="3200" b="0"/>
            </a:lvl3pPr>
            <a:lvl4pPr marL="1737360" indent="-365760">
              <a:defRPr sz="3200" b="0"/>
            </a:lvl4pPr>
            <a:lvl5pPr marL="2194560" indent="-365760">
              <a:defRPr sz="32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5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</a:lstStyle>
          <a:p>
            <a:pPr marL="0" indent="0">
              <a:buSzTx/>
              <a:buFontTx/>
              <a:buNone/>
              <a:defRPr sz="1600" b="0"/>
            </a:pPr>
            <a:endParaRPr/>
          </a:p>
        </p:txBody>
      </p:sp>
      <p:sp>
        <p:nvSpPr>
          <p:cNvPr id="4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467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6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  <a:lvl2pPr marL="0" indent="457200">
              <a:buSzTx/>
              <a:buFontTx/>
              <a:buNone/>
              <a:defRPr sz="1600" b="0"/>
            </a:lvl2pPr>
            <a:lvl3pPr marL="0" indent="914400">
              <a:buSzTx/>
              <a:buFontTx/>
              <a:buNone/>
              <a:defRPr sz="1600" b="0"/>
            </a:lvl3pPr>
            <a:lvl4pPr marL="0" indent="1371600">
              <a:buSzTx/>
              <a:buFontTx/>
              <a:buNone/>
              <a:defRPr sz="1600" b="0"/>
            </a:lvl4pPr>
            <a:lvl5pPr marL="0" indent="1828800">
              <a:buSzTx/>
              <a:buFontTx/>
              <a:buNone/>
              <a:defRPr sz="16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77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标题文本"/>
          <p:cNvSpPr txBox="1"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标题文本</a:t>
            </a:r>
          </a:p>
        </p:txBody>
      </p:sp>
      <p:sp>
        <p:nvSpPr>
          <p:cNvPr id="486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6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标题文本"/>
          <p:cNvSpPr txBox="1">
            <a:spLocks noGrp="1"/>
          </p:cNvSpPr>
          <p:nvPr>
            <p:ph type="title"/>
          </p:nvPr>
        </p:nvSpPr>
        <p:spPr>
          <a:xfrm>
            <a:off x="914400" y="1122363"/>
            <a:ext cx="10363200" cy="2387601"/>
          </a:xfrm>
          <a:prstGeom prst="rect">
            <a:avLst/>
          </a:prstGeom>
        </p:spPr>
        <p:txBody>
          <a:bodyPr anchor="b"/>
          <a:lstStyle>
            <a:lvl1pPr algn="ctr">
              <a:defRPr sz="4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50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8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</a:lvl1pPr>
            <a:lvl2pPr marL="0" indent="457200" algn="ctr">
              <a:buSzTx/>
              <a:buFontTx/>
              <a:buNone/>
            </a:lvl2pPr>
            <a:lvl3pPr marL="0" indent="914400" algn="ctr">
              <a:buSzTx/>
              <a:buFontTx/>
              <a:buNone/>
            </a:lvl3pPr>
            <a:lvl4pPr marL="0" indent="1371600" algn="ctr">
              <a:buSzTx/>
              <a:buFontTx/>
              <a:buNone/>
            </a:lvl4pPr>
            <a:lvl5pPr marL="0" indent="1828800" algn="ctr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0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14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0" y="285406"/>
            <a:ext cx="10515600" cy="57609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lvl1pPr>
          </a:lstStyle>
          <a:p>
            <a: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40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53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3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4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标题文本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4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4"/>
            <a:ext cx="51577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50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4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/>
            </a:lvl1pPr>
          </a:lstStyle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55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574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/>
          <a:lstStyle>
            <a:lvl1pPr>
              <a:defRPr sz="3200" b="0"/>
            </a:lvl1pPr>
            <a:lvl2pPr marL="718457" indent="-261257">
              <a:defRPr sz="3200" b="0"/>
            </a:lvl2pPr>
            <a:lvl3pPr marL="1219200" indent="-304800">
              <a:defRPr sz="3200" b="0"/>
            </a:lvl3pPr>
            <a:lvl4pPr marL="1737360" indent="-365760">
              <a:defRPr sz="3200" b="0"/>
            </a:lvl4pPr>
            <a:lvl5pPr marL="2194560" indent="-365760">
              <a:defRPr sz="32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75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</a:lstStyle>
          <a:p>
            <a:pPr marL="0" indent="0">
              <a:buSzTx/>
              <a:buFontTx/>
              <a:buNone/>
              <a:defRPr sz="1600" b="0"/>
            </a:pPr>
            <a:endParaRPr/>
          </a:p>
        </p:txBody>
      </p:sp>
      <p:sp>
        <p:nvSpPr>
          <p:cNvPr id="5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584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585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  <a:lvl2pPr marL="0" indent="457200">
              <a:buSzTx/>
              <a:buFontTx/>
              <a:buNone/>
              <a:defRPr sz="1600" b="0"/>
            </a:lvl2pPr>
            <a:lvl3pPr marL="0" indent="914400">
              <a:buSzTx/>
              <a:buFontTx/>
              <a:buNone/>
              <a:defRPr sz="1600" b="0"/>
            </a:lvl3pPr>
            <a:lvl4pPr marL="0" indent="1371600">
              <a:buSzTx/>
              <a:buFontTx/>
              <a:buNone/>
              <a:defRPr sz="1600" b="0"/>
            </a:lvl4pPr>
            <a:lvl5pPr marL="0" indent="1828800">
              <a:buSzTx/>
              <a:buFontTx/>
              <a:buNone/>
              <a:defRPr sz="16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94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标题文本"/>
          <p:cNvSpPr txBox="1"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标题文本</a:t>
            </a:r>
          </a:p>
        </p:txBody>
      </p:sp>
      <p:sp>
        <p:nvSpPr>
          <p:cNvPr id="60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0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1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标题文本"/>
          <p:cNvSpPr txBox="1">
            <a:spLocks noGrp="1"/>
          </p:cNvSpPr>
          <p:nvPr>
            <p:ph type="title"/>
          </p:nvPr>
        </p:nvSpPr>
        <p:spPr>
          <a:xfrm>
            <a:off x="914400" y="1122363"/>
            <a:ext cx="10363200" cy="2387601"/>
          </a:xfrm>
          <a:prstGeom prst="rect">
            <a:avLst/>
          </a:prstGeom>
        </p:spPr>
        <p:txBody>
          <a:bodyPr anchor="b"/>
          <a:lstStyle>
            <a:lvl1pPr algn="ctr">
              <a:defRPr sz="4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62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8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</a:lvl1pPr>
            <a:lvl2pPr marL="0" indent="457200" algn="ctr">
              <a:buSzTx/>
              <a:buFontTx/>
              <a:buNone/>
            </a:lvl2pPr>
            <a:lvl3pPr marL="0" indent="914400" algn="ctr">
              <a:buSzTx/>
              <a:buFontTx/>
              <a:buNone/>
            </a:lvl3pPr>
            <a:lvl4pPr marL="0" indent="1371600" algn="ctr">
              <a:buSzTx/>
              <a:buFontTx/>
              <a:buNone/>
            </a:lvl4pPr>
            <a:lvl5pPr marL="0" indent="1828800" algn="ctr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1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0" y="285406"/>
            <a:ext cx="10515600" cy="57609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lvl1pPr>
          </a:lstStyle>
          <a:p>
            <a:pPr marL="0" indent="0">
              <a:buSzTx/>
              <a:buFontTx/>
              <a:buNone/>
              <a:defRPr sz="3200">
                <a:solidFill>
                  <a:srgbClr val="CCE8C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3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4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40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t>标题文本</a:t>
            </a:r>
          </a:p>
        </p:txBody>
      </p:sp>
      <p:sp>
        <p:nvSpPr>
          <p:cNvPr id="64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5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标题文本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6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4"/>
            <a:ext cx="51577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6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4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/>
            </a:lvl1pPr>
          </a:lstStyle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6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69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/>
          <a:lstStyle>
            <a:lvl1pPr>
              <a:defRPr sz="3200" b="0"/>
            </a:lvl1pPr>
            <a:lvl2pPr marL="718457" indent="-261257">
              <a:defRPr sz="3200" b="0"/>
            </a:lvl2pPr>
            <a:lvl3pPr marL="1219200" indent="-304800">
              <a:defRPr sz="3200" b="0"/>
            </a:lvl3pPr>
            <a:lvl4pPr marL="1737360" indent="-365760">
              <a:defRPr sz="3200" b="0"/>
            </a:lvl4pPr>
            <a:lvl5pPr marL="2194560" indent="-365760">
              <a:defRPr sz="32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92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</a:lstStyle>
          <a:p>
            <a:pPr marL="0" indent="0">
              <a:buSzTx/>
              <a:buFontTx/>
              <a:buNone/>
              <a:defRPr sz="1600" b="0"/>
            </a:pPr>
            <a:endParaRPr/>
          </a:p>
        </p:txBody>
      </p:sp>
      <p:sp>
        <p:nvSpPr>
          <p:cNvPr id="6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标题文本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701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9" y="987425"/>
            <a:ext cx="617220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0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/>
            </a:lvl1pPr>
            <a:lvl2pPr marL="0" indent="457200">
              <a:buSzTx/>
              <a:buFontTx/>
              <a:buNone/>
              <a:defRPr sz="1600" b="0"/>
            </a:lvl2pPr>
            <a:lvl3pPr marL="0" indent="914400">
              <a:buSzTx/>
              <a:buFontTx/>
              <a:buNone/>
              <a:defRPr sz="1600" b="0"/>
            </a:lvl3pPr>
            <a:lvl4pPr marL="0" indent="1371600">
              <a:buSzTx/>
              <a:buFontTx/>
              <a:buNone/>
              <a:defRPr sz="1600" b="0"/>
            </a:lvl4pPr>
            <a:lvl5pPr marL="0" indent="1828800">
              <a:buSzTx/>
              <a:buFontTx/>
              <a:buNone/>
              <a:defRPr sz="16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711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标题文本"/>
          <p:cNvSpPr txBox="1"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标题文本</a:t>
            </a:r>
          </a:p>
        </p:txBody>
      </p:sp>
      <p:sp>
        <p:nvSpPr>
          <p:cNvPr id="720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sz="2800" b="0"/>
            </a:lvl1pPr>
            <a:lvl2pPr marL="723900" indent="-266700">
              <a:defRPr sz="2800" b="0"/>
            </a:lvl2pPr>
            <a:lvl3pPr marL="1234439" indent="-320039">
              <a:defRPr sz="2800" b="0"/>
            </a:lvl3pPr>
            <a:lvl4pPr marL="1727200" indent="-355600">
              <a:defRPr sz="2800" b="0"/>
            </a:lvl4pPr>
            <a:lvl5pPr marL="2184400" indent="-355600">
              <a:defRPr sz="2800" b="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  <a:lvl2pPr>
              <a:defRPr>
                <a:solidFill>
                  <a:srgbClr val="7030A0"/>
                </a:solidFill>
              </a:defRPr>
            </a:lvl2pPr>
            <a:lvl3pPr>
              <a:defRPr>
                <a:solidFill>
                  <a:srgbClr val="7030A0"/>
                </a:solidFill>
              </a:defRPr>
            </a:lvl3pPr>
            <a:lvl4pPr>
              <a:defRPr>
                <a:solidFill>
                  <a:srgbClr val="7030A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3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38200" y="303296"/>
            <a:ext cx="10515600" cy="95308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0" indent="0" algn="ctr">
              <a:buSzTx/>
              <a:buFontTx/>
              <a:buNone/>
              <a:defRPr sz="6000">
                <a:solidFill>
                  <a:srgbClr val="FF0000"/>
                </a:solidFill>
                <a:effectLst>
                  <a:outerShdw blurRad="38100" dist="38100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标题和内容 拷贝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矩形"/>
          <p:cNvSpPr/>
          <p:nvPr userDrawn="1"/>
        </p:nvSpPr>
        <p:spPr>
          <a:xfrm>
            <a:off x="0" y="-733"/>
            <a:ext cx="12192000" cy="744130"/>
          </a:xfrm>
          <a:prstGeom prst="rect">
            <a:avLst/>
          </a:prstGeom>
          <a:gradFill>
            <a:gsLst>
              <a:gs pos="0">
                <a:srgbClr val="85348A">
                  <a:alpha val="63061"/>
                </a:srgbClr>
              </a:gs>
              <a:gs pos="100000">
                <a:srgbClr val="85348A"/>
              </a:gs>
            </a:gsLst>
            <a:lin ang="10813383"/>
          </a:gradFill>
          <a:ln w="12700">
            <a:miter lim="400000"/>
          </a:ln>
        </p:spPr>
        <p:txBody>
          <a:bodyPr lIns="45719" rIns="45719" anchor="ctr"/>
          <a:lstStyle/>
          <a:p>
            <a:pPr algn="ctr" defTabSz="1826895"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3600"/>
          </a:p>
        </p:txBody>
      </p:sp>
      <p:sp>
        <p:nvSpPr>
          <p:cNvPr id="740" name="三角形"/>
          <p:cNvSpPr/>
          <p:nvPr userDrawn="1"/>
        </p:nvSpPr>
        <p:spPr>
          <a:xfrm>
            <a:off x="10982324" y="5771951"/>
            <a:ext cx="1209675" cy="1086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7FB4">
              <a:alpha val="2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 sz="1800"/>
          </a:p>
        </p:txBody>
      </p:sp>
      <p:sp>
        <p:nvSpPr>
          <p:cNvPr id="74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18541" y="6400416"/>
            <a:ext cx="26866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  <p:pic>
        <p:nvPicPr>
          <p:cNvPr id="7" name="地学系logo2.png" descr="地学系logo2.png"/>
          <p:cNvPicPr>
            <a:picLocks noChangeAspect="1"/>
          </p:cNvPicPr>
          <p:nvPr userDrawn="1"/>
        </p:nvPicPr>
        <p:blipFill rotWithShape="1">
          <a:blip r:embed="rId2"/>
          <a:srcRect l="53195" r="9514" b="-5245"/>
          <a:stretch>
            <a:fillRect/>
          </a:stretch>
        </p:blipFill>
        <p:spPr>
          <a:xfrm>
            <a:off x="10196961" y="167705"/>
            <a:ext cx="1775141" cy="4072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地学系logo2.png" descr="地学系logo2.png"/>
          <p:cNvPicPr>
            <a:picLocks noChangeAspect="1"/>
          </p:cNvPicPr>
          <p:nvPr userDrawn="1"/>
        </p:nvPicPr>
        <p:blipFill rotWithShape="1">
          <a:blip r:embed="rId2"/>
          <a:srcRect r="47075" b="-5245"/>
          <a:stretch>
            <a:fillRect/>
          </a:stretch>
        </p:blipFill>
        <p:spPr>
          <a:xfrm>
            <a:off x="7662333" y="174144"/>
            <a:ext cx="2519376" cy="4072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00" name="圆角矩形 3"/>
          <p:cNvSpPr/>
          <p:nvPr userDrawn="1"/>
        </p:nvSpPr>
        <p:spPr>
          <a:xfrm>
            <a:off x="216727" y="197369"/>
            <a:ext cx="51091" cy="387997"/>
          </a:xfrm>
          <a:prstGeom prst="roundRect">
            <a:avLst>
              <a:gd name="adj" fmla="val 2745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826895">
              <a:defRPr sz="71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7100"/>
          </a:p>
        </p:txBody>
      </p:sp>
    </p:spTree>
    <p:extLst>
      <p:ext uri="{BB962C8B-B14F-4D97-AF65-F5344CB8AC3E}">
        <p14:creationId xmlns:p14="http://schemas.microsoft.com/office/powerpoint/2010/main" val="3623731831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3339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69538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435767"/>
            <a:ext cx="10515600" cy="4741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5141" y="6400416"/>
            <a:ext cx="26866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Text Box 6"/>
          <p:cNvSpPr/>
          <p:nvPr/>
        </p:nvSpPr>
        <p:spPr>
          <a:xfrm>
            <a:off x="0" y="228600"/>
            <a:ext cx="12192000" cy="584776"/>
          </a:xfrm>
          <a:prstGeom prst="rect">
            <a:avLst/>
          </a:prstGeom>
          <a:solidFill>
            <a:srgbClr val="660066"/>
          </a:solidFill>
          <a:ln w="12700">
            <a:miter lim="400000"/>
          </a:ln>
        </p:spPr>
        <p:txBody>
          <a:bodyPr lIns="45719" rIns="45719"/>
          <a:lstStyle/>
          <a:p>
            <a:pPr>
              <a:spcBef>
                <a:spcPts val="700"/>
              </a:spcBef>
              <a:defRPr sz="3200" b="1">
                <a:solidFill>
                  <a:srgbClr val="CCE8CF"/>
                </a:solidFill>
              </a:defRPr>
            </a:pPr>
            <a:endParaRPr sz="3200"/>
          </a:p>
        </p:txBody>
      </p:sp>
      <p:sp>
        <p:nvSpPr>
          <p:cNvPr id="5" name="标题文本"/>
          <p:cNvSpPr txBox="1">
            <a:spLocks noGrp="1"/>
          </p:cNvSpPr>
          <p:nvPr>
            <p:ph type="title"/>
          </p:nvPr>
        </p:nvSpPr>
        <p:spPr>
          <a:xfrm>
            <a:off x="609600" y="256508"/>
            <a:ext cx="10972800" cy="1179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  <p:sldLayoutId id="2147483706" r:id="rId56"/>
    <p:sldLayoutId id="2147483707" r:id="rId57"/>
    <p:sldLayoutId id="2147483708" r:id="rId58"/>
    <p:sldLayoutId id="2147483709" r:id="rId59"/>
    <p:sldLayoutId id="2147483710" r:id="rId60"/>
    <p:sldLayoutId id="2147483711" r:id="rId61"/>
    <p:sldLayoutId id="2147483712" r:id="rId62"/>
    <p:sldLayoutId id="2147483713" r:id="rId63"/>
    <p:sldLayoutId id="2147483714" r:id="rId64"/>
    <p:sldLayoutId id="2147483715" r:id="rId65"/>
    <p:sldLayoutId id="2147483716" r:id="rId66"/>
    <p:sldLayoutId id="2147483717" r:id="rId67"/>
    <p:sldLayoutId id="2147483718" r:id="rId68"/>
    <p:sldLayoutId id="2147483719" r:id="rId69"/>
    <p:sldLayoutId id="2147483720" r:id="rId70"/>
    <p:sldLayoutId id="2147483721" r:id="rId71"/>
    <p:sldLayoutId id="2147483722" r:id="rId72"/>
    <p:sldLayoutId id="2147483723" r:id="rId73"/>
    <p:sldLayoutId id="2147483724" r:id="rId74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1pPr>
      <a:lvl2pPr marL="731519" marR="0" indent="-27431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2pPr>
      <a:lvl3pPr marL="12573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3pPr>
      <a:lvl4pPr marL="1828800" marR="0" indent="-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4pPr>
      <a:lvl5pPr marL="25146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5pPr>
      <a:lvl6pPr marL="25908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6pPr>
      <a:lvl7pPr marL="30480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7pPr>
      <a:lvl8pPr marL="3505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8pPr>
      <a:lvl9pPr marL="39624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1" i="0" u="none" strike="noStrike" cap="none" spc="0" baseline="0">
          <a:solidFill>
            <a:srgbClr val="000000"/>
          </a:solidFill>
          <a:uFillTx/>
          <a:latin typeface="Palatino Linotype"/>
          <a:ea typeface="Palatino Linotype"/>
          <a:cs typeface="Palatino Linotype"/>
          <a:sym typeface="Palatino Linotyp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8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435767"/>
            <a:ext cx="10515600" cy="474119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5141" y="6400416"/>
            <a:ext cx="26866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5" name="标题文本"/>
          <p:cNvSpPr txBox="1">
            <a:spLocks noGrp="1"/>
          </p:cNvSpPr>
          <p:nvPr>
            <p:ph type="title"/>
          </p:nvPr>
        </p:nvSpPr>
        <p:spPr>
          <a:xfrm>
            <a:off x="609600" y="256508"/>
            <a:ext cx="10972800" cy="117926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</p:spTree>
    <p:extLst>
      <p:ext uri="{BB962C8B-B14F-4D97-AF65-F5344CB8AC3E}">
        <p14:creationId xmlns:p14="http://schemas.microsoft.com/office/powerpoint/2010/main" val="141438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4" r:id="rId2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1pPr>
      <a:lvl2pPr marL="731520" marR="0" indent="-27432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2pPr>
      <a:lvl3pPr marL="12573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3pPr>
      <a:lvl4pPr marL="1828800" marR="0" indent="-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4pPr>
      <a:lvl5pPr marL="2514600" marR="0" indent="-685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5pPr>
      <a:lvl6pPr marL="25908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6pPr>
      <a:lvl7pPr marL="30480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7pPr>
      <a:lvl8pPr marL="3505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8pPr>
      <a:lvl9pPr marL="39624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1" i="0" u="none" strike="noStrike" cap="none" spc="0" baseline="0">
          <a:solidFill>
            <a:srgbClr val="000000"/>
          </a:solidFill>
          <a:uFillTx/>
          <a:latin typeface="Palatino Linotype" panose="02040502050505030304"/>
          <a:ea typeface="Palatino Linotype" panose="02040502050505030304"/>
          <a:cs typeface="Palatino Linotype" panose="02040502050505030304"/>
          <a:sym typeface="Palatino Linotype" panose="020405020505050303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 Linotype" panose="0204050205050503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图片 1" descr="图片 1"/>
          <p:cNvPicPr>
            <a:picLocks noChangeAspect="1"/>
          </p:cNvPicPr>
          <p:nvPr/>
        </p:nvPicPr>
        <p:blipFill rotWithShape="1">
          <a:blip r:embed="rId3"/>
          <a:srcRect t="3506" b="9320"/>
          <a:stretch/>
        </p:blipFill>
        <p:spPr>
          <a:xfrm>
            <a:off x="0" y="0"/>
            <a:ext cx="12191649" cy="5978236"/>
          </a:xfrm>
          <a:prstGeom prst="rect">
            <a:avLst/>
          </a:prstGeom>
          <a:ln w="12700">
            <a:miter lim="400000"/>
          </a:ln>
        </p:spPr>
      </p:pic>
      <p:sp>
        <p:nvSpPr>
          <p:cNvPr id="751" name="矩形"/>
          <p:cNvSpPr/>
          <p:nvPr/>
        </p:nvSpPr>
        <p:spPr>
          <a:xfrm>
            <a:off x="0" y="0"/>
            <a:ext cx="12192000" cy="5978236"/>
          </a:xfrm>
          <a:prstGeom prst="rect">
            <a:avLst/>
          </a:prstGeom>
          <a:gradFill>
            <a:gsLst>
              <a:gs pos="0">
                <a:srgbClr val="FFFFFF">
                  <a:alpha val="45737"/>
                </a:srgbClr>
              </a:gs>
              <a:gs pos="100000">
                <a:srgbClr val="50217C">
                  <a:alpha val="68015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91438" tIns="91438" rIns="91438" bIns="91438"/>
          <a:lstStyle/>
          <a:p>
            <a:pPr defTabSz="1828800">
              <a:defRPr sz="3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z="3600" dirty="0"/>
          </a:p>
        </p:txBody>
      </p:sp>
      <p:sp>
        <p:nvSpPr>
          <p:cNvPr id="757" name="矩形"/>
          <p:cNvSpPr/>
          <p:nvPr/>
        </p:nvSpPr>
        <p:spPr>
          <a:xfrm>
            <a:off x="351" y="1435937"/>
            <a:ext cx="12191649" cy="2362069"/>
          </a:xfrm>
          <a:prstGeom prst="rect">
            <a:avLst/>
          </a:prstGeom>
          <a:gradFill>
            <a:gsLst>
              <a:gs pos="0">
                <a:srgbClr val="0E57A2">
                  <a:alpha val="66146"/>
                </a:srgbClr>
              </a:gs>
              <a:gs pos="100000">
                <a:srgbClr val="0E57A2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274C9A-3B62-4AB2-AB1F-216B89C51D7E}"/>
              </a:ext>
            </a:extLst>
          </p:cNvPr>
          <p:cNvGrpSpPr/>
          <p:nvPr/>
        </p:nvGrpSpPr>
        <p:grpSpPr>
          <a:xfrm>
            <a:off x="3358063" y="6185246"/>
            <a:ext cx="5496329" cy="469355"/>
            <a:chOff x="1887451" y="6172322"/>
            <a:chExt cx="5496329" cy="469355"/>
          </a:xfrm>
        </p:grpSpPr>
        <p:pic>
          <p:nvPicPr>
            <p:cNvPr id="21" name="图片 12" descr="图片 12">
              <a:extLst>
                <a:ext uri="{FF2B5EF4-FFF2-40B4-BE49-F238E27FC236}">
                  <a16:creationId xmlns:a16="http://schemas.microsoft.com/office/drawing/2014/main" id="{9DF13CA2-496A-4C0F-A1F0-7F68B602C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0844" y="6200425"/>
              <a:ext cx="439854" cy="439853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F8689BA-1955-43DC-A1EF-2065A40CFFE7}"/>
                </a:ext>
              </a:extLst>
            </p:cNvPr>
            <p:cNvGrpSpPr/>
            <p:nvPr/>
          </p:nvGrpSpPr>
          <p:grpSpPr>
            <a:xfrm>
              <a:off x="1887451" y="6172322"/>
              <a:ext cx="5496329" cy="469355"/>
              <a:chOff x="1887451" y="6172322"/>
              <a:chExt cx="5496329" cy="469355"/>
            </a:xfrm>
          </p:grpSpPr>
          <p:pic>
            <p:nvPicPr>
              <p:cNvPr id="23" name="地学系logo-彩色.png" descr="地学系logo-彩色.png">
                <a:extLst>
                  <a:ext uri="{FF2B5EF4-FFF2-40B4-BE49-F238E27FC236}">
                    <a16:creationId xmlns:a16="http://schemas.microsoft.com/office/drawing/2014/main" id="{FD17BB86-7BAF-4729-9BD1-C078187FB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7451" y="6177565"/>
                <a:ext cx="3019318" cy="439853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24" name="文本框 13">
                <a:extLst>
                  <a:ext uri="{FF2B5EF4-FFF2-40B4-BE49-F238E27FC236}">
                    <a16:creationId xmlns:a16="http://schemas.microsoft.com/office/drawing/2014/main" id="{68AF4293-0B7D-4990-B689-63BC0B488CCF}"/>
                  </a:ext>
                </a:extLst>
              </p:cNvPr>
              <p:cNvSpPr txBox="1"/>
              <p:nvPr/>
            </p:nvSpPr>
            <p:spPr>
              <a:xfrm>
                <a:off x="5394682" y="6172322"/>
                <a:ext cx="1989098" cy="4693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8" tIns="45718" rIns="45718" bIns="45718">
                <a:spAutoFit/>
              </a:bodyPr>
              <a:lstStyle/>
              <a:p>
                <a:pPr algn="ctr">
                  <a:defRPr sz="1300">
                    <a:latin typeface="黑体"/>
                    <a:ea typeface="黑体"/>
                    <a:cs typeface="黑体"/>
                    <a:sym typeface="黑体"/>
                  </a:defRPr>
                </a:pPr>
                <a:r>
                  <a:rPr sz="1450" dirty="0" err="1"/>
                  <a:t>气候</a:t>
                </a:r>
                <a:r>
                  <a:rPr sz="1450" dirty="0"/>
                  <a:t>-水-</a:t>
                </a:r>
                <a:r>
                  <a:rPr sz="1450" dirty="0" err="1"/>
                  <a:t>能源研究组</a:t>
                </a:r>
                <a:endParaRPr sz="1450" dirty="0"/>
              </a:p>
              <a:p>
                <a:pPr algn="ctr">
                  <a:defRPr sz="200">
                    <a:latin typeface="黑体"/>
                    <a:ea typeface="黑体"/>
                    <a:cs typeface="黑体"/>
                    <a:sym typeface="黑体"/>
                  </a:defRPr>
                </a:pPr>
                <a:endParaRPr dirty="0"/>
              </a:p>
              <a:p>
                <a:pPr algn="ctr">
                  <a:defRPr sz="7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sz="800" dirty="0">
                    <a:latin typeface="Times New Roman" panose="02020603050405020304" pitchFamily="18" charset="0"/>
                    <a:ea typeface="黑体"/>
                    <a:cs typeface="Times New Roman" panose="02020603050405020304" pitchFamily="18" charset="0"/>
                  </a:rPr>
                  <a:t>Climate-Water-Energy Research Group</a:t>
                </a:r>
                <a:endParaRPr sz="810" dirty="0">
                  <a:latin typeface="Times New Roman" panose="02020603050405020304" pitchFamily="18" charset="0"/>
                  <a:ea typeface="黑体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C695B68A-3309-43F1-BFBF-0D49BF4FE211}"/>
              </a:ext>
            </a:extLst>
          </p:cNvPr>
          <p:cNvSpPr txBox="1"/>
          <p:nvPr/>
        </p:nvSpPr>
        <p:spPr>
          <a:xfrm>
            <a:off x="3513037" y="4084002"/>
            <a:ext cx="5165574" cy="1312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indent="25400" algn="ctr" defTabSz="1828800">
              <a:lnSpc>
                <a:spcPct val="150000"/>
              </a:lnSpc>
              <a:defRPr sz="2000" spc="-7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汇报</a:t>
            </a:r>
            <a:r>
              <a:rPr b="1" dirty="0">
                <a:latin typeface="宋体" panose="02010600030101010101" pitchFamily="2" charset="-122"/>
                <a:ea typeface="宋体" panose="02010600030101010101" pitchFamily="2" charset="-122"/>
              </a:rPr>
              <a:t>人：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夏馨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5400" algn="ctr" defTabSz="1828800">
              <a:lnSpc>
                <a:spcPct val="150000"/>
              </a:lnSpc>
              <a:defRPr sz="2000" spc="-7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导师：罗勇教授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5400" algn="ctr" defTabSz="1828800">
              <a:lnSpc>
                <a:spcPct val="150000"/>
              </a:lnSpc>
              <a:defRPr sz="2000" spc="-7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2025.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21</a:t>
            </a:r>
            <a:endParaRPr 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80463" y="126512"/>
            <a:ext cx="229165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normalizeH="0" baseline="0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alatino Linotype"/>
              </a:rPr>
              <a:t>2025-</a:t>
            </a:r>
            <a:r>
              <a:rPr kumimoji="0" lang="en-US" altLang="zh-CN" sz="1800" i="0" u="none" strike="noStrike" normalizeH="0" baseline="0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alatino Linotype"/>
              </a:rPr>
              <a:t>11</a:t>
            </a:r>
            <a:r>
              <a:rPr kumimoji="0" lang="en-US" sz="1800" i="0" u="none" strike="noStrike" normalizeH="0" baseline="0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alatino Linotype"/>
              </a:rPr>
              <a:t>-</a:t>
            </a:r>
            <a:r>
              <a:rPr lang="en-US" altLang="zh-CN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kumimoji="0" lang="zh-CN" altLang="en-US" sz="1800" i="0" u="none" strike="noStrike" normalizeH="0" baseline="0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alatino Linotype"/>
              </a:rPr>
              <a:t>例会</a:t>
            </a:r>
            <a:r>
              <a:rPr lang="zh-CN" altLang="en-US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kumimoji="0" lang="en-US" sz="1800" i="0" u="none" strike="noStrike" normalizeH="0" baseline="0" dirty="0">
              <a:ln w="0"/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Palatino Linotype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AE3878E-CA4C-2C30-E96D-2806C20CF0CA}"/>
              </a:ext>
            </a:extLst>
          </p:cNvPr>
          <p:cNvSpPr txBox="1"/>
          <p:nvPr/>
        </p:nvSpPr>
        <p:spPr>
          <a:xfrm>
            <a:off x="2187019" y="1162870"/>
            <a:ext cx="8239027" cy="280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8" tIns="91438" rIns="91438" bIns="91438" anchor="ctr">
            <a:normAutofit/>
          </a:bodyPr>
          <a:lstStyle/>
          <a:p>
            <a:pPr algn="ctr" defTabSz="1828800">
              <a:lnSpc>
                <a:spcPct val="150000"/>
              </a:lnSpc>
              <a:defRPr sz="5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zh-CN" altLang="en-US" sz="4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近期工作汇报</a:t>
            </a:r>
            <a:endParaRPr lang="en-US" altLang="zh-CN" sz="4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 advTm="549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ADEE-65F1-AEFA-8FEC-EB402EA1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8C1029A-F889-4D6C-C992-1083510CED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Palatino Linotype"/>
                <a:sym typeface="Palatino Linotype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Palatino Linotype"/>
              <a:sym typeface="Palatino Linotype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0FAF9D-4A23-80D5-E476-3728D3FEA3D0}"/>
              </a:ext>
            </a:extLst>
          </p:cNvPr>
          <p:cNvSpPr txBox="1"/>
          <p:nvPr/>
        </p:nvSpPr>
        <p:spPr>
          <a:xfrm>
            <a:off x="274320" y="151765"/>
            <a:ext cx="6337300" cy="475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626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Palatino Linotype"/>
              </a:rPr>
              <a:t>近期工作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Palatino Linotype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782591-EA88-50E4-6802-B898CC875CF9}"/>
              </a:ext>
            </a:extLst>
          </p:cNvPr>
          <p:cNvSpPr txBox="1"/>
          <p:nvPr/>
        </p:nvSpPr>
        <p:spPr>
          <a:xfrm>
            <a:off x="1222695" y="2274839"/>
            <a:ext cx="10777849" cy="23083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大组会汇报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日下周一进行大组会汇报，对前期做的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风转电小论文进行整理并制作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汇报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  <a:sym typeface="Palatino Linotype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校稿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APEN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小论文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已上线出版。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  <a:sym typeface="Palatino Linotype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返修小论文：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Renewable Energy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小论文意见修改，一共修改了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天，周四已提交返修。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根据大组会意见：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进行下一步的分风向分析的工作，虚拟数字塔的工作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74035"/>
      </p:ext>
    </p:extLst>
  </p:cSld>
  <p:clrMapOvr>
    <a:masterClrMapping/>
  </p:clrMapOvr>
  <p:transition spd="med" advTm="9509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ADEE-65F1-AEFA-8FEC-EB402EA1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AD4C20F-1551-9892-5343-7A7FFED2B4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530"/>
          <a:stretch>
            <a:fillRect/>
          </a:stretch>
        </p:blipFill>
        <p:spPr>
          <a:xfrm>
            <a:off x="6716195" y="1298629"/>
            <a:ext cx="5475805" cy="4861261"/>
          </a:xfrm>
          <a:prstGeom prst="rect">
            <a:avLst/>
          </a:prstGeom>
        </p:spPr>
      </p:pic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8C1029A-F889-4D6C-C992-1083510CED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Palatino Linotype"/>
                <a:sym typeface="Palatino Linotype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Palatino Linotype"/>
              <a:sym typeface="Palatino Linotype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0FAF9D-4A23-80D5-E476-3728D3FEA3D0}"/>
              </a:ext>
            </a:extLst>
          </p:cNvPr>
          <p:cNvSpPr txBox="1"/>
          <p:nvPr/>
        </p:nvSpPr>
        <p:spPr>
          <a:xfrm>
            <a:off x="274320" y="151765"/>
            <a:ext cx="6337300" cy="475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626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Palatino Linotype"/>
              </a:rPr>
              <a:t>近期工作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Palatino Linotype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782591-EA88-50E4-6802-B898CC875CF9}"/>
              </a:ext>
            </a:extLst>
          </p:cNvPr>
          <p:cNvSpPr txBox="1"/>
          <p:nvPr/>
        </p:nvSpPr>
        <p:spPr>
          <a:xfrm>
            <a:off x="3442970" y="639840"/>
            <a:ext cx="6812654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2"/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Applied Energy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小论文：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已上线出版。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0ED533-785D-4B1B-2FA7-B64B3EE5D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621" y="1298629"/>
            <a:ext cx="3774574" cy="54886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E7FF251-5794-3AAD-D222-89F624A803E5}"/>
              </a:ext>
            </a:extLst>
          </p:cNvPr>
          <p:cNvSpPr txBox="1"/>
          <p:nvPr/>
        </p:nvSpPr>
        <p:spPr>
          <a:xfrm>
            <a:off x="143435" y="2318471"/>
            <a:ext cx="3048000" cy="22210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日接收，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13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日签署版权协议，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日校稿，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日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online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发表，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351697"/>
      </p:ext>
    </p:extLst>
  </p:cSld>
  <p:clrMapOvr>
    <a:masterClrMapping/>
  </p:clrMapOvr>
  <p:transition spd="med" advTm="9509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ADEE-65F1-AEFA-8FEC-EB402EA1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8C1029A-F889-4D6C-C992-1083510CED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Palatino Linotype"/>
                <a:sym typeface="Palatino Linotype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Palatino Linotype"/>
              <a:sym typeface="Palatino Linotype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0FAF9D-4A23-80D5-E476-3728D3FEA3D0}"/>
              </a:ext>
            </a:extLst>
          </p:cNvPr>
          <p:cNvSpPr txBox="1"/>
          <p:nvPr/>
        </p:nvSpPr>
        <p:spPr>
          <a:xfrm>
            <a:off x="274320" y="151765"/>
            <a:ext cx="6337300" cy="475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626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Palatino Linotype"/>
              </a:rPr>
              <a:t>近期工作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Palatino Linotype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782591-EA88-50E4-6802-B898CC875CF9}"/>
              </a:ext>
            </a:extLst>
          </p:cNvPr>
          <p:cNvSpPr txBox="1"/>
          <p:nvPr/>
        </p:nvSpPr>
        <p:spPr>
          <a:xfrm>
            <a:off x="2262602" y="627380"/>
            <a:ext cx="8698035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 startAt="3"/>
              <a:defRPr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Renewable Energy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小论文：一审意见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Major Revisions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，已修回提交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702B1F-187C-9A6D-4C1F-55B7F0F4965F}"/>
              </a:ext>
            </a:extLst>
          </p:cNvPr>
          <p:cNvSpPr txBox="1"/>
          <p:nvPr/>
        </p:nvSpPr>
        <p:spPr>
          <a:xfrm>
            <a:off x="749573" y="1364167"/>
            <a:ext cx="2214707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#1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&amp;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 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#2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共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18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条意见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E6F6E1-F20B-37A2-9F68-1CC37975B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11304"/>
            <a:ext cx="6222288" cy="44340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322F77-80CB-7691-C6FB-54244DD3F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73" y="2256569"/>
            <a:ext cx="6233506" cy="44208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E24087A-E033-1F6C-121C-3779B766AE3E}"/>
              </a:ext>
            </a:extLst>
          </p:cNvPr>
          <p:cNvSpPr txBox="1"/>
          <p:nvPr/>
        </p:nvSpPr>
        <p:spPr>
          <a:xfrm>
            <a:off x="405948" y="6390160"/>
            <a:ext cx="4000452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Response to reviewers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一共回复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33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页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Palatino Linotype" panose="02040502050505030304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5D9D969-E747-E20D-96A1-497A36CD6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240" y="1676674"/>
            <a:ext cx="5311653" cy="358921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70A1E22-5324-CBDC-1469-2954526514E6}"/>
              </a:ext>
            </a:extLst>
          </p:cNvPr>
          <p:cNvSpPr txBox="1"/>
          <p:nvPr/>
        </p:nvSpPr>
        <p:spPr>
          <a:xfrm>
            <a:off x="7166391" y="4955990"/>
            <a:ext cx="4885501" cy="163121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正文修改较多：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Palatino Linotype" panose="02040502050505030304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Introduction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几乎重新写作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Palatino Linotype" panose="02040502050505030304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对应的，较大改动了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Discussion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Abstract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Highlights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conclusion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重写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Method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Palatino Linotype" panose="02040502050505030304"/>
              </a:rPr>
              <a:t>补充和完善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41E749-D249-7216-63CF-559668E85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511" y="1207275"/>
            <a:ext cx="4155141" cy="181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2952"/>
      </p:ext>
    </p:extLst>
  </p:cSld>
  <p:clrMapOvr>
    <a:masterClrMapping/>
  </p:clrMapOvr>
  <p:transition spd="med" advTm="9509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ADEE-65F1-AEFA-8FEC-EB402EA1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8C1029A-F889-4D6C-C992-1083510CED2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Palatino Linotype"/>
                <a:sym typeface="Palatino Linotype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Palatino Linotype"/>
              <a:sym typeface="Palatino Linotype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0FAF9D-4A23-80D5-E476-3728D3FEA3D0}"/>
              </a:ext>
            </a:extLst>
          </p:cNvPr>
          <p:cNvSpPr txBox="1"/>
          <p:nvPr/>
        </p:nvSpPr>
        <p:spPr>
          <a:xfrm>
            <a:off x="274320" y="151765"/>
            <a:ext cx="6337300" cy="475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626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Palatino Linotype"/>
              </a:rPr>
              <a:t>近期工作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Palatino Linotype"/>
            </a:endParaRPr>
          </a:p>
        </p:txBody>
      </p:sp>
      <p:sp>
        <p:nvSpPr>
          <p:cNvPr id="3" name="研究大气水汽输送（AMT）变化对冬季北极变暖的影响">
            <a:extLst>
              <a:ext uri="{FF2B5EF4-FFF2-40B4-BE49-F238E27FC236}">
                <a16:creationId xmlns:a16="http://schemas.microsoft.com/office/drawing/2014/main" id="{7D57F7D5-4467-3B81-43B4-6E4D38EA7DB1}"/>
              </a:ext>
            </a:extLst>
          </p:cNvPr>
          <p:cNvSpPr txBox="1"/>
          <p:nvPr/>
        </p:nvSpPr>
        <p:spPr>
          <a:xfrm>
            <a:off x="2321377" y="790541"/>
            <a:ext cx="7757495" cy="369332"/>
          </a:xfrm>
          <a:prstGeom prst="rect">
            <a:avLst/>
          </a:prstGeom>
          <a:solidFill>
            <a:srgbClr val="497CAB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ctr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风转电小论文：分风向分析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加入风切变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华文中宋" panose="02010600040101010101" pitchFamily="2" charset="-122"/>
              <a:cs typeface="Calibri" panose="020F0502020204030204" pitchFamily="34" charset="0"/>
              <a:sym typeface="Microsoft YaHei"/>
            </a:endParaRPr>
          </a:p>
        </p:txBody>
      </p:sp>
      <p:pic>
        <p:nvPicPr>
          <p:cNvPr id="5" name="图片 4" descr="日程表&#10;&#10;AI 生成的内容可能不正确。">
            <a:extLst>
              <a:ext uri="{FF2B5EF4-FFF2-40B4-BE49-F238E27FC236}">
                <a16:creationId xmlns:a16="http://schemas.microsoft.com/office/drawing/2014/main" id="{19553DD0-14CC-73DB-8898-7A6CD03B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94" b="49372"/>
          <a:stretch>
            <a:fillRect/>
          </a:stretch>
        </p:blipFill>
        <p:spPr>
          <a:xfrm>
            <a:off x="0" y="1292630"/>
            <a:ext cx="7772400" cy="2716307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F8AEFE3B-6062-AF96-CABB-91377BDFB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79" b="49475"/>
          <a:stretch>
            <a:fillRect/>
          </a:stretch>
        </p:blipFill>
        <p:spPr>
          <a:xfrm>
            <a:off x="0" y="4141694"/>
            <a:ext cx="7772400" cy="271630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469A04B-6900-2D8B-29E3-C07B578AB909}"/>
              </a:ext>
            </a:extLst>
          </p:cNvPr>
          <p:cNvSpPr txBox="1"/>
          <p:nvPr/>
        </p:nvSpPr>
        <p:spPr>
          <a:xfrm>
            <a:off x="0" y="4008937"/>
            <a:ext cx="1708158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rPr>
              <a:t>西风：自由来流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F757A9-CF80-FC62-178A-D32A2BC191C7}"/>
              </a:ext>
            </a:extLst>
          </p:cNvPr>
          <p:cNvSpPr txBox="1"/>
          <p:nvPr/>
        </p:nvSpPr>
        <p:spPr>
          <a:xfrm>
            <a:off x="0" y="1107965"/>
            <a:ext cx="1708158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dirty="0"/>
              <a:t>东</a:t>
            </a: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rPr>
              <a:t>风：尾流扇区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84A1BC5-BF39-D171-5FA8-8DD45397B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1521149"/>
            <a:ext cx="411480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风切变指数计算方法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en-US" altLang="zh-CN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多层梯度的最小二乘法拟合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利用风场四个测风高度（10m、30m、50m、70m）的风速观测数据，通过最小二乘法拟合幂律风廓线模型，计算每个时刻的风切变指数α</a:t>
            </a:r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，并且将</a:t>
            </a:r>
            <a:r>
              <a:rPr lang="zh-CN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</a:t>
            </a:r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输入模型。（但是最小二乘法后，由于</a:t>
            </a:r>
            <a:r>
              <a:rPr lang="zh-CN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</a:t>
            </a:r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拟合出来较多的</a:t>
            </a:r>
            <a:r>
              <a:rPr lang="en-US" altLang="zh-CN" sz="1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，剔除较多，还在修改代码）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21C20D4-0604-1F4F-3193-A0E2E6515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822" y="3931913"/>
            <a:ext cx="4487211" cy="187570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8BEA64E-9BF4-2929-9801-F2D5AF7C95E9}"/>
              </a:ext>
            </a:extLst>
          </p:cNvPr>
          <p:cNvSpPr txBox="1"/>
          <p:nvPr/>
        </p:nvSpPr>
        <p:spPr>
          <a:xfrm>
            <a:off x="1394084" y="5651960"/>
            <a:ext cx="2510568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样本量：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测试集 R²: 0.8708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测试集 RMSE: 16.214 kW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59D8BA-85CA-A819-E784-3B8781A07398}"/>
              </a:ext>
            </a:extLst>
          </p:cNvPr>
          <p:cNvSpPr txBox="1"/>
          <p:nvPr/>
        </p:nvSpPr>
        <p:spPr>
          <a:xfrm>
            <a:off x="1292934" y="2828820"/>
            <a:ext cx="2433917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样本量：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8704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测试集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R²: 0.7546</a:t>
            </a: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测试集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RMSE: 22.301 kW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0E3B329-D7C4-4673-FEB9-A316254181AE}"/>
              </a:ext>
            </a:extLst>
          </p:cNvPr>
          <p:cNvSpPr txBox="1"/>
          <p:nvPr/>
        </p:nvSpPr>
        <p:spPr>
          <a:xfrm>
            <a:off x="10078872" y="5806801"/>
            <a:ext cx="1877956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样本量：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5408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02B5AF3-D436-CC53-DDC7-B75E072BEF1F}"/>
              </a:ext>
            </a:extLst>
          </p:cNvPr>
          <p:cNvSpPr txBox="1"/>
          <p:nvPr/>
        </p:nvSpPr>
        <p:spPr>
          <a:xfrm>
            <a:off x="8021471" y="5826305"/>
            <a:ext cx="1877956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样本量：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22408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681761"/>
      </p:ext>
    </p:extLst>
  </p:cSld>
  <p:clrMapOvr>
    <a:masterClrMapping/>
  </p:clrMapOvr>
  <p:transition spd="med" advTm="9509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E420-75F8-2FA3-1DFB-9745B1F9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96403D6-78B5-BBC0-D0E2-0042A9C6BA7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Palatino Linotype"/>
                <a:sym typeface="Palatino Linotype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Palatino Linotype"/>
              <a:sym typeface="Palatino Linotype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ED55D9-FD68-701E-5B0C-FFD941FC2533}"/>
              </a:ext>
            </a:extLst>
          </p:cNvPr>
          <p:cNvSpPr txBox="1"/>
          <p:nvPr/>
        </p:nvSpPr>
        <p:spPr>
          <a:xfrm>
            <a:off x="274320" y="151765"/>
            <a:ext cx="6337300" cy="475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1626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Palatino Linotype"/>
              </a:rPr>
              <a:t>后续工作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Palatino Linotype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833587-BF21-5323-37F3-6B0C6ECFA46F}"/>
              </a:ext>
            </a:extLst>
          </p:cNvPr>
          <p:cNvSpPr txBox="1"/>
          <p:nvPr/>
        </p:nvSpPr>
        <p:spPr>
          <a:xfrm>
            <a:off x="626394" y="906606"/>
            <a:ext cx="10939212" cy="563230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完善风转电的工作，完成小论文投稿。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12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月中旬前投稿）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  <a:sym typeface="Palatino Linotype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根据大组会罗老师以及各位老师的意见，去做一些虚拟数字塔的工作，看看能否切实解释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10m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风速与功率关系的问题。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继续收集整理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s2s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以及气候预测尺度的风预测研究，继续写博资考报告。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（本学期结束前一定要完成）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  <a:sym typeface="Palatino Linotype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收集整理前期所有的风电场的数据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测风塔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+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整场发电功率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，相应的全球天气预报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NWP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WRF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数据，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CLDAS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数据，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ERA5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风数据。</a:t>
            </a:r>
            <a:b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a. 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需要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确认数据存放的空间。（这个工作需要花费一些时间，包括超算空间的使用情况也需要整理出来）</a:t>
            </a:r>
            <a:b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</a:b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Palatino Linotype"/>
              </a:rPr>
              <a:t>b. 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该部分也是我下一步研究的基础，还是会用到上述涉及的所有数据。（整理以及补全）</a:t>
            </a:r>
            <a:b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c.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董新宇师弟后续如果代码平台建设好之后，可以直接给他提供上述数据使用。但是关于董师弟的研究如何开展，还需要和罗老师以及施文和师弟共同讨论再确认。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51128"/>
      </p:ext>
    </p:extLst>
  </p:cSld>
  <p:clrMapOvr>
    <a:masterClrMapping/>
  </p:clrMapOvr>
  <p:transition spd="med" advTm="9509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矩形"/>
          <p:cNvSpPr/>
          <p:nvPr/>
        </p:nvSpPr>
        <p:spPr>
          <a:xfrm>
            <a:off x="878" y="0"/>
            <a:ext cx="12192000" cy="5957455"/>
          </a:xfrm>
          <a:prstGeom prst="rect">
            <a:avLst/>
          </a:prstGeom>
          <a:solidFill>
            <a:srgbClr val="85348A"/>
          </a:solidFill>
          <a:ln w="12700">
            <a:miter lim="400000"/>
          </a:ln>
        </p:spPr>
        <p:txBody>
          <a:bodyPr lIns="91438" tIns="91438" rIns="91438" bIns="91438"/>
          <a:lstStyle/>
          <a:p>
            <a:pPr defTabSz="1828800">
              <a:defRPr sz="3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z="3600"/>
          </a:p>
        </p:txBody>
      </p:sp>
      <p:sp>
        <p:nvSpPr>
          <p:cNvPr id="1661" name="圆形"/>
          <p:cNvSpPr/>
          <p:nvPr/>
        </p:nvSpPr>
        <p:spPr>
          <a:xfrm>
            <a:off x="4079787" y="1022377"/>
            <a:ext cx="3922931" cy="4051512"/>
          </a:xfrm>
          <a:prstGeom prst="ellips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 defTabSz="1827212"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3600" dirty="0"/>
          </a:p>
        </p:txBody>
      </p:sp>
      <p:sp>
        <p:nvSpPr>
          <p:cNvPr id="1662" name="矩形"/>
          <p:cNvSpPr/>
          <p:nvPr/>
        </p:nvSpPr>
        <p:spPr>
          <a:xfrm>
            <a:off x="1746211" y="2137077"/>
            <a:ext cx="8699578" cy="1887958"/>
          </a:xfrm>
          <a:prstGeom prst="rect">
            <a:avLst/>
          </a:prstGeom>
          <a:solidFill>
            <a:srgbClr val="85348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827212"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sz="3600"/>
          </a:p>
        </p:txBody>
      </p:sp>
      <p:sp>
        <p:nvSpPr>
          <p:cNvPr id="1663" name="TextBox 7"/>
          <p:cNvSpPr txBox="1"/>
          <p:nvPr/>
        </p:nvSpPr>
        <p:spPr>
          <a:xfrm>
            <a:off x="3299899" y="2235921"/>
            <a:ext cx="5578661" cy="1739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17" tIns="121917" rIns="121917" bIns="121917"/>
          <a:lstStyle>
            <a:lvl1pPr algn="ctr" defTabSz="2438400">
              <a:defRPr sz="9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THANKS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5575148-1B1A-411E-97DE-CFB6528FA062}"/>
              </a:ext>
            </a:extLst>
          </p:cNvPr>
          <p:cNvGrpSpPr/>
          <p:nvPr/>
        </p:nvGrpSpPr>
        <p:grpSpPr>
          <a:xfrm>
            <a:off x="3358069" y="6167146"/>
            <a:ext cx="5496329" cy="469355"/>
            <a:chOff x="1887451" y="6172322"/>
            <a:chExt cx="5496329" cy="469355"/>
          </a:xfrm>
        </p:grpSpPr>
        <p:pic>
          <p:nvPicPr>
            <p:cNvPr id="11" name="图片 12" descr="图片 12">
              <a:extLst>
                <a:ext uri="{FF2B5EF4-FFF2-40B4-BE49-F238E27FC236}">
                  <a16:creationId xmlns:a16="http://schemas.microsoft.com/office/drawing/2014/main" id="{9BDBF231-92E7-4E7A-A235-B78546C77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0844" y="6200425"/>
              <a:ext cx="439854" cy="439853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BD95663-9B12-4734-BDC8-743DE6FFD9DD}"/>
                </a:ext>
              </a:extLst>
            </p:cNvPr>
            <p:cNvGrpSpPr/>
            <p:nvPr/>
          </p:nvGrpSpPr>
          <p:grpSpPr>
            <a:xfrm>
              <a:off x="1887451" y="6172322"/>
              <a:ext cx="5496329" cy="469355"/>
              <a:chOff x="1887451" y="6172322"/>
              <a:chExt cx="5496329" cy="469355"/>
            </a:xfrm>
          </p:grpSpPr>
          <p:pic>
            <p:nvPicPr>
              <p:cNvPr id="13" name="地学系logo-彩色.png" descr="地学系logo-彩色.png">
                <a:extLst>
                  <a:ext uri="{FF2B5EF4-FFF2-40B4-BE49-F238E27FC236}">
                    <a16:creationId xmlns:a16="http://schemas.microsoft.com/office/drawing/2014/main" id="{92DF9A75-0D54-4BCA-AE9E-DAE7C7EEE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7451" y="6177565"/>
                <a:ext cx="3019318" cy="439853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8" name="文本框 13">
                <a:extLst>
                  <a:ext uri="{FF2B5EF4-FFF2-40B4-BE49-F238E27FC236}">
                    <a16:creationId xmlns:a16="http://schemas.microsoft.com/office/drawing/2014/main" id="{B94A5061-C4B7-4BC2-A808-CA2B3554AD0C}"/>
                  </a:ext>
                </a:extLst>
              </p:cNvPr>
              <p:cNvSpPr txBox="1"/>
              <p:nvPr/>
            </p:nvSpPr>
            <p:spPr>
              <a:xfrm>
                <a:off x="5394682" y="6172322"/>
                <a:ext cx="1989098" cy="4693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8" tIns="45718" rIns="45718" bIns="45718">
                <a:spAutoFit/>
              </a:bodyPr>
              <a:lstStyle/>
              <a:p>
                <a:pPr algn="ctr">
                  <a:defRPr sz="1300">
                    <a:latin typeface="黑体"/>
                    <a:ea typeface="黑体"/>
                    <a:cs typeface="黑体"/>
                    <a:sym typeface="黑体"/>
                  </a:defRPr>
                </a:pPr>
                <a:r>
                  <a:rPr sz="1450" dirty="0" err="1"/>
                  <a:t>气候</a:t>
                </a:r>
                <a:r>
                  <a:rPr sz="1450" dirty="0"/>
                  <a:t>-水-</a:t>
                </a:r>
                <a:r>
                  <a:rPr sz="1450" dirty="0" err="1"/>
                  <a:t>能源研究组</a:t>
                </a:r>
                <a:endParaRPr sz="1450" dirty="0"/>
              </a:p>
              <a:p>
                <a:pPr algn="ctr">
                  <a:defRPr sz="200">
                    <a:latin typeface="黑体"/>
                    <a:ea typeface="黑体"/>
                    <a:cs typeface="黑体"/>
                    <a:sym typeface="黑体"/>
                  </a:defRPr>
                </a:pPr>
                <a:endParaRPr dirty="0"/>
              </a:p>
              <a:p>
                <a:pPr algn="ctr">
                  <a:defRPr sz="7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sz="800" dirty="0">
                    <a:latin typeface="Times New Roman" panose="02020603050405020304" pitchFamily="18" charset="0"/>
                    <a:ea typeface="黑体"/>
                    <a:cs typeface="Times New Roman" panose="02020603050405020304" pitchFamily="18" charset="0"/>
                  </a:rPr>
                  <a:t>Climate-Water-Energy Research Group</a:t>
                </a:r>
              </a:p>
            </p:txBody>
          </p:sp>
        </p:grp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主题8">
  <a:themeElements>
    <a:clrScheme name="主题8">
      <a:dk1>
        <a:srgbClr val="000000"/>
      </a:dk1>
      <a:lt1>
        <a:srgbClr val="CCE8C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主题8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主题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8C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主题8">
  <a:themeElements>
    <a:clrScheme name="主题8">
      <a:dk1>
        <a:srgbClr val="000000"/>
      </a:dk1>
      <a:lt1>
        <a:srgbClr val="CCE8C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主题8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主题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8C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 panose="02040502050505030304"/>
            <a:ea typeface="Palatino Linotype" panose="02040502050505030304"/>
            <a:cs typeface="Palatino Linotype" panose="02040502050505030304"/>
            <a:sym typeface="Palatino Linotype" panose="0204050205050503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 panose="02040502050505030304"/>
            <a:ea typeface="Palatino Linotype" panose="02040502050505030304"/>
            <a:cs typeface="Palatino Linotype" panose="02040502050505030304"/>
            <a:sym typeface="Palatino Linotype" panose="0204050205050503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主题8">
  <a:themeElements>
    <a:clrScheme name="主题8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主题8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主题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CE8C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51377</TotalTime>
  <Words>620</Words>
  <Application>Microsoft Macintosh PowerPoint</Application>
  <PresentationFormat>宽屏</PresentationFormat>
  <Paragraphs>56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黑体</vt:lpstr>
      <vt:lpstr>宋体</vt:lpstr>
      <vt:lpstr>Microsoft YaHei</vt:lpstr>
      <vt:lpstr>Microsoft YaHei</vt:lpstr>
      <vt:lpstr>Tahoma Bold</vt:lpstr>
      <vt:lpstr>Arial</vt:lpstr>
      <vt:lpstr>Calibri</vt:lpstr>
      <vt:lpstr>Palatino Linotype</vt:lpstr>
      <vt:lpstr>Tahoma</vt:lpstr>
      <vt:lpstr>Times New Roman</vt:lpstr>
      <vt:lpstr>主题8</vt:lpstr>
      <vt:lpstr>3_主题8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JOYCE</dc:creator>
  <cp:lastModifiedBy>xiaxin</cp:lastModifiedBy>
  <cp:revision>2854</cp:revision>
  <dcterms:modified xsi:type="dcterms:W3CDTF">2025-11-21T09:59:46Z</dcterms:modified>
</cp:coreProperties>
</file>