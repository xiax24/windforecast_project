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DADB"/>
    <a:srgbClr val="F3D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15"/>
  </p:normalViewPr>
  <p:slideViewPr>
    <p:cSldViewPr snapToGrid="0" showGuides="1">
      <p:cViewPr varScale="1">
        <p:scale>
          <a:sx n="79" d="100"/>
          <a:sy n="79" d="100"/>
        </p:scale>
        <p:origin x="76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82E82-B426-9848-9A31-AC2576B21562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AF6F1-7201-4E46-B53C-030184291F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059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BF2F2-3C62-1C75-4014-397072233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C023D3-7318-823D-1AEE-35FE7B4EE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A87B60-5558-4FDC-C4BF-12DA2451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FE719-AF2D-E956-0D8A-C2650A8A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259B4C-F012-3CFA-4538-8B6D160F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921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802F7-2A27-7092-966D-0C7E3F2E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72F2F-BDE9-9A6C-343F-663D88C1E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60119-E5AD-F874-BC61-7AFAE93C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431F4-23EB-2020-B8CE-D5A6735B3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169AC-1ABA-D0F9-9F8B-032FFA46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246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E4A55-9D9D-3B22-DEE0-08D6C3A0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5F8110-D15F-BCFB-86BF-05463396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BC693B-E3A7-F019-73D3-5F1C8493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7831B-5C4F-573D-1A70-7CDD27BC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09445-C02E-D62A-40A8-B06F8827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589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3B2EA-6B9B-B084-31F3-02FBA305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9BF1BE-6A88-F5D7-B84A-3485D9B9B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0A4141-B6FF-960C-ECAD-BD6F2952A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46A15A-5B3E-AE38-43E9-9481515E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45C987-C889-B33C-88DC-DFE58F61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F58B4C-A30D-48C3-51C3-DD8C51C6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420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D2877-37C5-5A13-A4D1-226F4766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5AFB0E-BE21-35C4-2283-C82377D2B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D4C017-7C30-06EA-CD12-D49BE057D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27C812-4B99-EDEA-D375-44BBD2322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B6016F-2A78-F3D6-A3A6-9EE1FCEC1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84D3E2-20A3-CDC3-E9B0-AB5762D7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84E1B7-6A68-99C0-904A-714C5C2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A7E9D3-51E4-045C-94D0-41F03B7F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70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9CDDD-2EBF-2927-CBDC-4E507587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E48ACC-04C9-5199-5FB9-6B164083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469C79-042F-C5F4-511E-9EFF9BDA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2A5602-2E64-E259-060F-2E592436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50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5F17C8-BD15-5BAB-AB57-AC4D4025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DDF4AE-C99F-C952-3441-C6385EF0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483AC-930A-29AA-D0E6-382F0B9B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803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6BE77-A0CF-1283-7E94-28D2F1F5D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D42BC5-6611-C5EF-25B3-565458E1A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6C254D-53BF-8C78-D1C9-13697F811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79230A-C14C-5C5B-88D5-4A5055B5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D4A9F0-6C60-2406-F2B1-E32271EA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76C3AA-9CA9-D898-C043-76C9AE82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66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F567C-840E-CF28-4932-5C1C3046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4FF065-D6F7-A0E1-5D16-8DF59D662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7C946D-AB63-B25A-DA67-335E6B0E5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15AF93-686B-A219-78A6-BF28EE52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4C70C5-E7BC-10EE-C9C2-E10457E2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118270-ACB4-26D4-FC29-13D4FCB1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302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3683F-659E-74E5-5EF2-40C99E03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BC0DE2-4B16-D45B-37FF-03C0803D9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8B34E-5F14-8EEB-2097-3053060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6521C-DB38-572F-9488-3DABE043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2B3329-7B83-F45F-67F1-28BFB979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441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97EBA1-16B9-CA37-DDC6-1BF98DD19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3343C5-24C7-26EB-3E77-CB35B6414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EC2F26-DC6B-F2B4-DE2A-0972D6CA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2466A-40F6-2C1B-72BB-8ECC3EE1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E803A-3A89-2545-B619-16F0165A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77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2E08C6-F4FE-780D-7D02-445D8AF7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D95AE-EB01-A6F5-D81E-1F7EC31C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4DF72-70F3-1230-3E69-B874EEF68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C7231-0759-364E-92F8-EDAA45AA1E65}" type="datetimeFigureOut">
              <a:rPr kumimoji="1" lang="zh-CN" altLang="en-US" smtClean="0"/>
              <a:t>2026/3/22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9E056-2EF2-61B8-3A82-35C194804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AA73BF-94AF-97F8-10CC-37F6A4FE5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EF212-E5D7-134E-A120-5F2760E94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774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067DA6CF-F4F7-C2ED-C55F-2DAAD35A9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942" y="18000"/>
            <a:ext cx="6272058" cy="684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A87B1DD-FAD5-0925-1E20-16A6E4C44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1" y="1118507"/>
            <a:ext cx="5849971" cy="462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3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图表&#10;&#10;AI 生成的内容可能不正确。">
            <a:extLst>
              <a:ext uri="{FF2B5EF4-FFF2-40B4-BE49-F238E27FC236}">
                <a16:creationId xmlns:a16="http://schemas.microsoft.com/office/drawing/2014/main" id="{51297C24-887D-073D-356C-8B458D8D8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134857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1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83FD-FE66-6422-3EAA-AB7A20B7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2FD2AD9C-BC36-F71E-D238-DFABE1696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42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6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ED1D-5CFB-47A8-F460-303D7F86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DCE7B359-27CA-1370-A91A-3B783DAF4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0"/>
            <a:ext cx="444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6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0</Words>
  <Application>Microsoft Macintosh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xiaxin</dc:creator>
  <cp:lastModifiedBy>xiaxin</cp:lastModifiedBy>
  <cp:revision>7</cp:revision>
  <dcterms:created xsi:type="dcterms:W3CDTF">2026-01-19T04:36:32Z</dcterms:created>
  <dcterms:modified xsi:type="dcterms:W3CDTF">2026-03-22T03:35:57Z</dcterms:modified>
</cp:coreProperties>
</file>